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5" d="100"/>
          <a:sy n="145" d="100"/>
        </p:scale>
        <p:origin x="546" y="11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ravel/framewor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What is Laravel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Laravel is a free, open-source PHP based Web Framework for building High End Web Applications, following the Model View Controller architectural pattern and based on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Symfony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is created by Taylor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Otwell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Laravel Source Code : </a:t>
            </a:r>
            <a:r>
              <a:rPr lang="en-US" sz="1600" dirty="0">
                <a:hlinkClick r:id="rId2"/>
              </a:rPr>
              <a:t>https://github.com/laravel/framework</a:t>
            </a:r>
            <a:r>
              <a:rPr lang="en-US" sz="1600" dirty="0"/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7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Advantages of Laravel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39447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Open Source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Collection of tools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Save Time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 Productivity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Robust and Easy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Security of the Application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Authentication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Routing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Templating</a:t>
            </a:r>
          </a:p>
        </p:txBody>
      </p:sp>
    </p:spTree>
    <p:extLst>
      <p:ext uri="{BB962C8B-B14F-4D97-AF65-F5344CB8AC3E}">
        <p14:creationId xmlns:p14="http://schemas.microsoft.com/office/powerpoint/2010/main" val="331212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74</Words>
  <Application>Microsoft Office PowerPoint</Application>
  <PresentationFormat>On-screen Show (16:9)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What is Laravel</vt:lpstr>
      <vt:lpstr>Advantages of Laravel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React JS</dc:title>
  <dc:creator>RK</dc:creator>
  <cp:lastModifiedBy>RK</cp:lastModifiedBy>
  <cp:revision>89</cp:revision>
  <dcterms:created xsi:type="dcterms:W3CDTF">2006-08-16T00:00:00Z</dcterms:created>
  <dcterms:modified xsi:type="dcterms:W3CDTF">2020-01-16T07:28:51Z</dcterms:modified>
</cp:coreProperties>
</file>