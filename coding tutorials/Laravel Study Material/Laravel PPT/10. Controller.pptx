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7" r:id="rId3"/>
    <p:sldId id="279" r:id="rId4"/>
    <p:sldId id="280" r:id="rId5"/>
    <p:sldId id="281" r:id="rId6"/>
    <p:sldId id="283" r:id="rId7"/>
    <p:sldId id="282" r:id="rId8"/>
    <p:sldId id="284" r:id="rId9"/>
    <p:sldId id="285" r:id="rId10"/>
    <p:sldId id="27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C3F35-3C31-4FCC-B762-8FA83DB94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11F85-AF32-484E-B7DE-BAD2167DF4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17C33E-110C-43CE-8805-5FD96AF6E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E970A-36AA-461D-BFF5-A7073A89A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24AC1-CF3D-4264-B44C-4AC3694EA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53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9D500-4B8D-424C-8E02-B591E74EC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C130C-93BE-4086-A02D-A4D7DF5A4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33FFA-4982-4138-A83F-360E42BC9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70961-FF6B-4014-ABD0-D52345560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84993-0B9F-4D18-A786-A001E4813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196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9AFEF-9148-490C-A07D-66025A389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19A05-8FC1-4F08-A6DF-48B5588EC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6C234-7D79-4017-A28E-009351AF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09164-4C4A-4127-B3F2-BB08C834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D9619-5D24-4157-A6FD-5834D0A22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1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1FB17-9AD1-4F3B-AA4E-56593842D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4D886-9A3F-42F3-AB90-9B4FCED53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4B41A-A242-49E8-8BC4-FCD743948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2A4D90-D5C8-487E-B4C9-B9DE8D591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AE19E-19C8-4D55-9148-C3B99134A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966303-18AD-4792-A099-E495F2C5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587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87564-7E6D-44C1-8EAE-6A4E965C2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E3F7CD-9F80-48DE-AC2D-8C68C18BCC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0FAB47-FABF-4808-B75D-EE89F7DDCE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A02129-2ED0-4522-9D50-7E1E317320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1CDBFA-5E0F-4440-971C-EA63B0838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005AA4-F250-48C7-A79B-B9159994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11/28/2020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2781D2-D5BD-480F-BB83-53C263FB8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12F3E-3AE8-47A7-BA0C-210DE2BE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172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CDEC-80DD-44FD-87ED-767C2FA30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92CCD-4B75-45FB-98A6-735873752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11/28/2020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243F9-A523-4595-950A-A86EFB8DA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8C2E0-2E4D-4B36-979D-F2375420B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280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E46FD8-EC6C-42A7-98E1-FC56EEE82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11/28/2020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E0800C-B826-41B4-A243-B36296B64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187CB-862A-46BE-A68E-D4A82FE94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676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E107-3892-4E64-BDDA-CDF25A25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A345D-808F-4F5C-A693-EE1BD803D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B5494-E2C2-4E1A-A55C-B6F965B43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32549-0479-4245-9491-0EDF264A8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2DB5CF-F4F7-4439-AE72-E5E794AF6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244DC-B202-469A-AC18-C6FBC47C0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30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2DE7F-8D96-4394-B3C4-E90625F4D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B5D2BA-AFFA-4D89-A128-DCEE73ADC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2A3167-3ED5-4E1C-95CA-2C0DA3293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F1B83-D833-46FB-B8F9-FA04CBF20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11/28/2020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36967-54F8-4897-9D64-D7332874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26CB3-4534-4D33-B3B6-4717B20F3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921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0591D-71AB-44B0-A8FF-8DA89DF4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99BF31-FDD0-4B03-9E4C-18FA15FB82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35DB6-B91A-42DA-8722-A16D02B6C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04C1A-3BFB-4306-8451-0366BAB2F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47995-D404-46E1-B86F-17C3C8B09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96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B0D8ED-73E1-4FE3-BF6D-5D9C5BAF4C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26129-7B22-402F-AFC8-1067547D0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C7EC3-A12B-4D69-A61D-07E268ECD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24074-C14C-4063-9727-25396F45EE8B}" type="datetimeFigureOut">
              <a:rPr lang="en-US" smtClean="0"/>
              <a:t>11/28/2020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ABADA-90D3-48E7-B44C-D632B1A8F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B1A7B-8555-421A-99B8-5ADAA6942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66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D4AD56-CD23-40BA-A489-EAD1F37F4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F5D0B-5BF7-4414-99DD-09FA3E5D6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946D8-FBAF-4329-8716-8812B9BA7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24074-C14C-4063-9727-25396F45EE8B}" type="datetimeFigureOut">
              <a:rPr lang="en-US" smtClean="0"/>
              <a:t>11/28/2020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5A8AF-D0BF-43C3-8DA2-2C1303E88F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3433D-FDF1-4749-8452-EE98C76555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727D84-FC1B-473D-99C4-9E18DD8D8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0634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10972800" cy="51750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Controllers can group related request handling logic into a single class. Instead of defining all of your request handling logic as Closures in route files, you may wish to organize this behavior using Controller classes.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Controllers are stored in the 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app/Http/Controllers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directory.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Controller extends the base Controller class included with Laravel.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Routes/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web.php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Route::get(‘about', function ()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view(‘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', ['name' =&gt; ‘Sonam']);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resources/views/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aboutme.blade.php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&lt;h1&gt;Hello Laravel {{$name}}&lt;/h1&gt;</a:t>
            </a:r>
          </a:p>
        </p:txBody>
      </p:sp>
    </p:spTree>
    <p:extLst>
      <p:ext uri="{BB962C8B-B14F-4D97-AF65-F5344CB8AC3E}">
        <p14:creationId xmlns:p14="http://schemas.microsoft.com/office/powerpoint/2010/main" val="1577048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Defining Controller Class</a:t>
            </a:r>
            <a:endParaRPr lang="en-US" sz="5333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53492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Command:- php artisan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make:controller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controller_name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Example:- php artisan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make:controller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AboutController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app/Http/Controllers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AboutController.php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&lt;?php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namespace App\Http\Controllers;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use Illuminate\Http\Request;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class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AboutController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extends Controller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……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}</a:t>
            </a:r>
          </a:p>
        </p:txBody>
      </p:sp>
    </p:spTree>
    <p:extLst>
      <p:ext uri="{BB962C8B-B14F-4D97-AF65-F5344CB8AC3E}">
        <p14:creationId xmlns:p14="http://schemas.microsoft.com/office/powerpoint/2010/main" val="1286541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Route for Controller Class</a:t>
            </a:r>
            <a:endParaRPr lang="en-US" sz="5333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295400"/>
            <a:ext cx="6287589" cy="53492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app/Http/Controllers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AboutController.php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&lt;?php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namespace App\Http\Controllers;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App\Http\Controllers\Controller;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Illuminate\Http\Request;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AboutController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extends Controller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function show (){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‘Hello Controller’ ; }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F72618-E582-4DA0-A275-661BF2896FC8}"/>
              </a:ext>
            </a:extLst>
          </p:cNvPr>
          <p:cNvSpPr txBox="1">
            <a:spLocks/>
          </p:cNvSpPr>
          <p:nvPr/>
        </p:nvSpPr>
        <p:spPr>
          <a:xfrm>
            <a:off x="6289964" y="1306286"/>
            <a:ext cx="5562402" cy="5349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web.php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App\Http\Controllers\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AboutController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Route::get(‘about’, [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AboutController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::class, 'show’]);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Syntax:-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Route::get(‘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’, [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ControllerName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::class, 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']);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636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Parameter in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295400"/>
            <a:ext cx="6287589" cy="53492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app/Http/Controllers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AboutController.php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&lt;?php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namespace App\Http\Controllers;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App\Http\Controllers\Controller;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Illuminate\Http\Request;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AboutController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extends Controller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function show ($name){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‘Hello Controller’ . $name ; }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F72618-E582-4DA0-A275-661BF2896FC8}"/>
              </a:ext>
            </a:extLst>
          </p:cNvPr>
          <p:cNvSpPr txBox="1">
            <a:spLocks/>
          </p:cNvSpPr>
          <p:nvPr/>
        </p:nvSpPr>
        <p:spPr>
          <a:xfrm>
            <a:off x="6008914" y="1306286"/>
            <a:ext cx="5843452" cy="5349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web.php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App\Http\Controllers\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AboutController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Route::get(‘about/{name}’, [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AboutController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::class, 'show’]);</a:t>
            </a:r>
          </a:p>
        </p:txBody>
      </p:sp>
    </p:spTree>
    <p:extLst>
      <p:ext uri="{BB962C8B-B14F-4D97-AF65-F5344CB8AC3E}">
        <p14:creationId xmlns:p14="http://schemas.microsoft.com/office/powerpoint/2010/main" val="3520917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Returning View from Controller Class</a:t>
            </a:r>
            <a:endParaRPr lang="en-US" sz="5333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295400"/>
            <a:ext cx="6287589" cy="53492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app/Http/Controllers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AboutController.php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&lt;?php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namespace App\Http\Controllers;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App\Http\Controllers\Controller;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Illuminate\Http\Request;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AboutController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extends Controller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function show (){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view(‘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’); }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F72618-E582-4DA0-A275-661BF2896FC8}"/>
              </a:ext>
            </a:extLst>
          </p:cNvPr>
          <p:cNvSpPr txBox="1">
            <a:spLocks/>
          </p:cNvSpPr>
          <p:nvPr/>
        </p:nvSpPr>
        <p:spPr>
          <a:xfrm>
            <a:off x="6008914" y="1306286"/>
            <a:ext cx="5843452" cy="5349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web.php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App\Http\Controllers\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AboutController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Route::get(‘about’, [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AboutController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::class, 'show’]);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resources/views/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aboutme.blade.php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&lt;body&gt;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&lt;h1&gt;About me from Controller &lt;/h1&gt;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&lt;/body&gt;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465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Returning View from Controller Class</a:t>
            </a:r>
            <a:endParaRPr lang="en-US" sz="5333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906" y="1295400"/>
            <a:ext cx="6287589" cy="53492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app/Http/Controllers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AdminProfileController.php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&lt;?php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namespace App\Http\Controllers;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App\Http\Controllers\Controller;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Illuminate\Http\Request;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AdminProfileController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extends Controller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function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show_profile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(){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view(‘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admin.myprofile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’)}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F72618-E582-4DA0-A275-661BF2896FC8}"/>
              </a:ext>
            </a:extLst>
          </p:cNvPr>
          <p:cNvSpPr txBox="1">
            <a:spLocks/>
          </p:cNvSpPr>
          <p:nvPr/>
        </p:nvSpPr>
        <p:spPr>
          <a:xfrm>
            <a:off x="6461495" y="1176805"/>
            <a:ext cx="5843452" cy="5349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web.php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App\Http\Controllers\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AdminProfileController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Route::get(‘profile’, [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AdminProfileController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::class, '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show_profile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’]);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resources/views/admin/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myprofile.blade.php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&lt;body&gt;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&lt;h1&gt;Admin Profile Page&lt;/h1&gt;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&lt;/body&gt;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899021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6274"/>
            <a:ext cx="10972800" cy="1143000"/>
          </a:xfrm>
        </p:spPr>
        <p:txBody>
          <a:bodyPr>
            <a:noAutofit/>
          </a:bodyPr>
          <a:lstStyle/>
          <a:p>
            <a:pPr algn="ctr"/>
            <a:r>
              <a:rPr lang="en-US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URL Parameter in Controller Class and Passing to View</a:t>
            </a:r>
            <a:endParaRPr lang="en-US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6113418" cy="53492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app/Http/Controllers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AboutController.php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&lt;?php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namespace App\Http\Controllers;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App\Http\Controllers\Controller;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Illuminate\Http\Request;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AboutController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extends Controller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function show ($name){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return view(‘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’, [‘nm’=&gt;$name])}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F72618-E582-4DA0-A275-661BF2896FC8}"/>
              </a:ext>
            </a:extLst>
          </p:cNvPr>
          <p:cNvSpPr txBox="1">
            <a:spLocks/>
          </p:cNvSpPr>
          <p:nvPr/>
        </p:nvSpPr>
        <p:spPr>
          <a:xfrm>
            <a:off x="6096000" y="1382486"/>
            <a:ext cx="5843452" cy="5349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web.php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App\Http\Controllers\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AboutController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Route::get(‘about/{name}’, [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AboutController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::class, 'show’]);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resources/views/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aboutme.blade.php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&lt;body&gt;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&lt;h1&gt;{{$nm}} me from Controller &lt;/h1&gt;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&lt;/body&gt;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592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Passing Data from Controller to View</a:t>
            </a:r>
            <a:endParaRPr lang="en-US" sz="5333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65919"/>
            <a:ext cx="6287589" cy="53492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app/Http/Controllers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AboutController.php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&lt;?php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namespace App\Http\Controllers;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App\Http\Controllers\Controller;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Illuminate\Http\Request;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AboutController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extends Controller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function show (){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$name = ‘Laravel’;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return view(‘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, [‘nm’=&gt;$name])}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F72618-E582-4DA0-A275-661BF2896FC8}"/>
              </a:ext>
            </a:extLst>
          </p:cNvPr>
          <p:cNvSpPr txBox="1">
            <a:spLocks/>
          </p:cNvSpPr>
          <p:nvPr/>
        </p:nvSpPr>
        <p:spPr>
          <a:xfrm>
            <a:off x="6405155" y="1176805"/>
            <a:ext cx="5669280" cy="5349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web.php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App\Http\Controllers\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AboutController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Route::get(‘about’, [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AboutController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::class, 'show’]);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resources/views/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aboutme.blade.php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&lt;body&gt;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&lt;h1&gt;{{$nm}}from Controller &lt;/h1&gt;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&lt;/body&gt;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153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Methods inside Controller</a:t>
            </a:r>
            <a:endParaRPr lang="en-US" sz="5333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65919"/>
            <a:ext cx="5050971" cy="53492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app/Http/Controllers/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AboutController.php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&lt;?php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namespace App\Http\Controllers;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App\Http\Controllers\Controller;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Illuminate\Http\Request;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AboutController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extends Controller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function show1 (){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view(‘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’); }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function show2 (){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return view(‘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aboutyou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’); }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F72618-E582-4DA0-A275-661BF2896FC8}"/>
              </a:ext>
            </a:extLst>
          </p:cNvPr>
          <p:cNvSpPr txBox="1">
            <a:spLocks/>
          </p:cNvSpPr>
          <p:nvPr/>
        </p:nvSpPr>
        <p:spPr>
          <a:xfrm>
            <a:off x="5373189" y="1176805"/>
            <a:ext cx="6701246" cy="5349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web.php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App\Http\Controllers\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AboutController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Route::get(‘about1’, [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AboutController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::class, 'show1’]);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Route::get(‘about2’, [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AboutController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::class, 'show2’]);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resources/views/</a:t>
            </a:r>
          </a:p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aboutme.blade.php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&lt;h1&gt;Hello About Me&lt;/h1&gt;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aboutyou.blade.php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&lt;h1&gt;Hello About You&lt;/h1&gt;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510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EFC7-EEF6-4C2B-AC53-0840FDFCA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380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en-US" sz="5333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Action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618A35-B0DE-4C8A-8367-917ACE64CD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399"/>
            <a:ext cx="10972800" cy="530569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would like to define a controller that only handles a single action, you may place a single __invoke method on the controller. To Generate this file run:-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 artisan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make:controller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ShowAbout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--invokable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app/Http/Controllers/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ShowAbout.php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&lt;?php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namespace App\Http\Controllers;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App\Http\Controllers\Controller;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ShowAbout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extends Controller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invoke(Request $request)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view(‘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ECF7DD-E593-42DE-B912-A337CF01C483}"/>
              </a:ext>
            </a:extLst>
          </p:cNvPr>
          <p:cNvSpPr/>
          <p:nvPr/>
        </p:nvSpPr>
        <p:spPr>
          <a:xfrm>
            <a:off x="6348549" y="2549324"/>
            <a:ext cx="5425439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routes/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web.php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App\Http\Controllers\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ShowAbout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Route::get(‘about',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ShowAbout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::class);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resources/views/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aboutme.blade.php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&lt;h1&gt;Hello About Me&lt;/h1&gt;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24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 bldLvl="5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1072</Words>
  <Application>Microsoft Office PowerPoint</Application>
  <PresentationFormat>Widescreen</PresentationFormat>
  <Paragraphs>195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Controllers</vt:lpstr>
      <vt:lpstr>Defining Controller Class</vt:lpstr>
      <vt:lpstr>Creating Route for Controller Class</vt:lpstr>
      <vt:lpstr>Getting Parameter in Controller</vt:lpstr>
      <vt:lpstr>Returning View from Controller Class</vt:lpstr>
      <vt:lpstr>Returning View from Controller Class</vt:lpstr>
      <vt:lpstr>Getting URL Parameter in Controller Class and Passing to View</vt:lpstr>
      <vt:lpstr>Passing Data from Controller to View</vt:lpstr>
      <vt:lpstr>Multiple Methods inside Controller</vt:lpstr>
      <vt:lpstr>Single Action Controller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Install Laravel</dc:title>
  <dc:creator>RK</dc:creator>
  <cp:lastModifiedBy>RK</cp:lastModifiedBy>
  <cp:revision>107</cp:revision>
  <dcterms:created xsi:type="dcterms:W3CDTF">2020-01-16T07:28:28Z</dcterms:created>
  <dcterms:modified xsi:type="dcterms:W3CDTF">2020-11-28T15:57:58Z</dcterms:modified>
</cp:coreProperties>
</file>