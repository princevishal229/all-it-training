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6" r:id="rId2"/>
    <p:sldId id="283" r:id="rId3"/>
    <p:sldId id="278" r:id="rId4"/>
    <p:sldId id="279" r:id="rId5"/>
    <p:sldId id="280" r:id="rId6"/>
    <p:sldId id="281" r:id="rId7"/>
    <p:sldId id="282" r:id="rId8"/>
    <p:sldId id="285" r:id="rId9"/>
    <p:sldId id="284" r:id="rId10"/>
    <p:sldId id="286" r:id="rId11"/>
    <p:sldId id="288" r:id="rId12"/>
    <p:sldId id="27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0" d="100"/>
          <a:sy n="110" d="100"/>
        </p:scale>
        <p:origin x="516"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C3F35-3C31-4FCC-B762-8FA83DB9484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DC11F85-AF32-484E-B7DE-BAD2167DF4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917C33E-110C-43CE-8805-5FD96AF6EB41}"/>
              </a:ext>
            </a:extLst>
          </p:cNvPr>
          <p:cNvSpPr>
            <a:spLocks noGrp="1"/>
          </p:cNvSpPr>
          <p:nvPr>
            <p:ph type="dt" sz="half" idx="10"/>
          </p:nvPr>
        </p:nvSpPr>
        <p:spPr/>
        <p:txBody>
          <a:bodyPr/>
          <a:lstStyle/>
          <a:p>
            <a:fld id="{D6424074-C14C-4063-9727-25396F45EE8B}" type="datetimeFigureOut">
              <a:rPr lang="en-US" smtClean="0"/>
              <a:t>4/28/2021</a:t>
            </a:fld>
            <a:endParaRPr lang="en-US"/>
          </a:p>
        </p:txBody>
      </p:sp>
      <p:sp>
        <p:nvSpPr>
          <p:cNvPr id="5" name="Footer Placeholder 4">
            <a:extLst>
              <a:ext uri="{FF2B5EF4-FFF2-40B4-BE49-F238E27FC236}">
                <a16:creationId xmlns:a16="http://schemas.microsoft.com/office/drawing/2014/main" id="{C41E970A-36AA-461D-BFF5-A7073A89A8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824AC1-CF3D-4264-B44C-4AC3694EAFFB}"/>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27861531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9D500-4B8D-424C-8E02-B591E74EC53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0EC130C-93BE-4086-A02D-A4D7DF5A464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B33FFA-4982-4138-A83F-360E42BC9F3D}"/>
              </a:ext>
            </a:extLst>
          </p:cNvPr>
          <p:cNvSpPr>
            <a:spLocks noGrp="1"/>
          </p:cNvSpPr>
          <p:nvPr>
            <p:ph type="dt" sz="half" idx="10"/>
          </p:nvPr>
        </p:nvSpPr>
        <p:spPr/>
        <p:txBody>
          <a:bodyPr/>
          <a:lstStyle/>
          <a:p>
            <a:fld id="{D6424074-C14C-4063-9727-25396F45EE8B}" type="datetimeFigureOut">
              <a:rPr lang="en-US" smtClean="0"/>
              <a:t>4/28/2021</a:t>
            </a:fld>
            <a:endParaRPr lang="en-US"/>
          </a:p>
        </p:txBody>
      </p:sp>
      <p:sp>
        <p:nvSpPr>
          <p:cNvPr id="5" name="Footer Placeholder 4">
            <a:extLst>
              <a:ext uri="{FF2B5EF4-FFF2-40B4-BE49-F238E27FC236}">
                <a16:creationId xmlns:a16="http://schemas.microsoft.com/office/drawing/2014/main" id="{F6E70961-FF6B-4014-ABD0-D52345560C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B84993-0B9F-4D18-A786-A001E4813A34}"/>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10131968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9AFEF-9148-490C-A07D-66025A3890E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5F19A05-8FC1-4F08-A6DF-48B5588EC69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706C234-7D79-4017-A28E-009351AFBF7A}"/>
              </a:ext>
            </a:extLst>
          </p:cNvPr>
          <p:cNvSpPr>
            <a:spLocks noGrp="1"/>
          </p:cNvSpPr>
          <p:nvPr>
            <p:ph type="dt" sz="half" idx="10"/>
          </p:nvPr>
        </p:nvSpPr>
        <p:spPr/>
        <p:txBody>
          <a:bodyPr/>
          <a:lstStyle/>
          <a:p>
            <a:fld id="{D6424074-C14C-4063-9727-25396F45EE8B}" type="datetimeFigureOut">
              <a:rPr lang="en-US" smtClean="0"/>
              <a:t>4/28/2021</a:t>
            </a:fld>
            <a:endParaRPr lang="en-US"/>
          </a:p>
        </p:txBody>
      </p:sp>
      <p:sp>
        <p:nvSpPr>
          <p:cNvPr id="5" name="Footer Placeholder 4">
            <a:extLst>
              <a:ext uri="{FF2B5EF4-FFF2-40B4-BE49-F238E27FC236}">
                <a16:creationId xmlns:a16="http://schemas.microsoft.com/office/drawing/2014/main" id="{24E09164-4C4A-4127-B3F2-BB08C8341E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FD9619-5D24-4157-A6FD-5834D0A22E40}"/>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12693120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1FB17-9AD1-4F3B-AA4E-56593842DE4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EC4D886-9A3F-42F3-AB90-9B4FCED533B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BD4B41A-A242-49E8-8BC4-FCD743948B4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D2A4D90-D5C8-487E-B4C9-B9DE8D5915F6}"/>
              </a:ext>
            </a:extLst>
          </p:cNvPr>
          <p:cNvSpPr>
            <a:spLocks noGrp="1"/>
          </p:cNvSpPr>
          <p:nvPr>
            <p:ph type="dt" sz="half" idx="10"/>
          </p:nvPr>
        </p:nvSpPr>
        <p:spPr/>
        <p:txBody>
          <a:bodyPr/>
          <a:lstStyle/>
          <a:p>
            <a:fld id="{D6424074-C14C-4063-9727-25396F45EE8B}" type="datetimeFigureOut">
              <a:rPr lang="en-US" smtClean="0"/>
              <a:t>4/28/2021</a:t>
            </a:fld>
            <a:endParaRPr lang="en-US"/>
          </a:p>
        </p:txBody>
      </p:sp>
      <p:sp>
        <p:nvSpPr>
          <p:cNvPr id="6" name="Footer Placeholder 5">
            <a:extLst>
              <a:ext uri="{FF2B5EF4-FFF2-40B4-BE49-F238E27FC236}">
                <a16:creationId xmlns:a16="http://schemas.microsoft.com/office/drawing/2014/main" id="{596AE19E-19C8-4D55-9148-C3B99134A6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966303-18AD-4792-A099-E495F2C519C3}"/>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23045879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87564-7E6D-44C1-8EAE-6A4E965C255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FE3F7CD-9F80-48DE-AC2D-8C68C18BCC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00FAB47-FABF-4808-B75D-EE89F7DDCE8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8A02129-2ED0-4522-9D50-7E1E317320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21CDBFA-5E0F-4440-971C-EA63B08383E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D005AA4-F250-48C7-A79B-B9159994BE7C}"/>
              </a:ext>
            </a:extLst>
          </p:cNvPr>
          <p:cNvSpPr>
            <a:spLocks noGrp="1"/>
          </p:cNvSpPr>
          <p:nvPr>
            <p:ph type="dt" sz="half" idx="10"/>
          </p:nvPr>
        </p:nvSpPr>
        <p:spPr/>
        <p:txBody>
          <a:bodyPr/>
          <a:lstStyle/>
          <a:p>
            <a:fld id="{D6424074-C14C-4063-9727-25396F45EE8B}" type="datetimeFigureOut">
              <a:rPr lang="en-US" smtClean="0"/>
              <a:t>4/28/2021</a:t>
            </a:fld>
            <a:endParaRPr lang="en-US"/>
          </a:p>
        </p:txBody>
      </p:sp>
      <p:sp>
        <p:nvSpPr>
          <p:cNvPr id="8" name="Footer Placeholder 7">
            <a:extLst>
              <a:ext uri="{FF2B5EF4-FFF2-40B4-BE49-F238E27FC236}">
                <a16:creationId xmlns:a16="http://schemas.microsoft.com/office/drawing/2014/main" id="{A32781D2-D5BD-480F-BB83-53C263FB8D5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AC12F3E-3AE8-47A7-BA0C-210DE2BE59AE}"/>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24371725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9CDEC-80DD-44FD-87ED-767C2FA308B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7292CCD-4B75-45FB-98A6-7358737527E3}"/>
              </a:ext>
            </a:extLst>
          </p:cNvPr>
          <p:cNvSpPr>
            <a:spLocks noGrp="1"/>
          </p:cNvSpPr>
          <p:nvPr>
            <p:ph type="dt" sz="half" idx="10"/>
          </p:nvPr>
        </p:nvSpPr>
        <p:spPr/>
        <p:txBody>
          <a:bodyPr/>
          <a:lstStyle/>
          <a:p>
            <a:fld id="{D6424074-C14C-4063-9727-25396F45EE8B}" type="datetimeFigureOut">
              <a:rPr lang="en-US" smtClean="0"/>
              <a:t>4/28/2021</a:t>
            </a:fld>
            <a:endParaRPr lang="en-US"/>
          </a:p>
        </p:txBody>
      </p:sp>
      <p:sp>
        <p:nvSpPr>
          <p:cNvPr id="4" name="Footer Placeholder 3">
            <a:extLst>
              <a:ext uri="{FF2B5EF4-FFF2-40B4-BE49-F238E27FC236}">
                <a16:creationId xmlns:a16="http://schemas.microsoft.com/office/drawing/2014/main" id="{8C9243F9-A523-4595-950A-A86EFB8DA91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A68C2E0-2E4D-4B36-979D-F2375420BBBA}"/>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30412807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CE46FD8-EC6C-42A7-98E1-FC56EEE826C4}"/>
              </a:ext>
            </a:extLst>
          </p:cNvPr>
          <p:cNvSpPr>
            <a:spLocks noGrp="1"/>
          </p:cNvSpPr>
          <p:nvPr>
            <p:ph type="dt" sz="half" idx="10"/>
          </p:nvPr>
        </p:nvSpPr>
        <p:spPr/>
        <p:txBody>
          <a:bodyPr/>
          <a:lstStyle/>
          <a:p>
            <a:fld id="{D6424074-C14C-4063-9727-25396F45EE8B}" type="datetimeFigureOut">
              <a:rPr lang="en-US" smtClean="0"/>
              <a:t>4/28/2021</a:t>
            </a:fld>
            <a:endParaRPr lang="en-US"/>
          </a:p>
        </p:txBody>
      </p:sp>
      <p:sp>
        <p:nvSpPr>
          <p:cNvPr id="3" name="Footer Placeholder 2">
            <a:extLst>
              <a:ext uri="{FF2B5EF4-FFF2-40B4-BE49-F238E27FC236}">
                <a16:creationId xmlns:a16="http://schemas.microsoft.com/office/drawing/2014/main" id="{B9E0800C-B826-41B4-A243-B36296B6496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1E187CB-862A-46BE-A68E-D4A82FE94CB0}"/>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11466768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8E107-3892-4E64-BDDA-CDF25A25C7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74A345D-808F-4F5C-A693-EE1BD803D6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3EB5494-E2C2-4E1A-A55C-B6F965B43E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032549-0479-4245-9491-0EDF264A8EFC}"/>
              </a:ext>
            </a:extLst>
          </p:cNvPr>
          <p:cNvSpPr>
            <a:spLocks noGrp="1"/>
          </p:cNvSpPr>
          <p:nvPr>
            <p:ph type="dt" sz="half" idx="10"/>
          </p:nvPr>
        </p:nvSpPr>
        <p:spPr/>
        <p:txBody>
          <a:bodyPr/>
          <a:lstStyle/>
          <a:p>
            <a:fld id="{D6424074-C14C-4063-9727-25396F45EE8B}" type="datetimeFigureOut">
              <a:rPr lang="en-US" smtClean="0"/>
              <a:t>4/28/2021</a:t>
            </a:fld>
            <a:endParaRPr lang="en-US"/>
          </a:p>
        </p:txBody>
      </p:sp>
      <p:sp>
        <p:nvSpPr>
          <p:cNvPr id="6" name="Footer Placeholder 5">
            <a:extLst>
              <a:ext uri="{FF2B5EF4-FFF2-40B4-BE49-F238E27FC236}">
                <a16:creationId xmlns:a16="http://schemas.microsoft.com/office/drawing/2014/main" id="{F42DB5CF-F4F7-4439-AE72-E5E794AF62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F4244DC-B202-469A-AC18-C6FBC47C059C}"/>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20475302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2DE7F-8D96-4394-B3C4-E90625F4DC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FB5D2BA-AFFA-4D89-A128-DCEE73ADC9C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F2A3167-3ED5-4E1C-95CA-2C0DA32931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9F1B83-D833-46FB-B8F9-FA04CBF20F50}"/>
              </a:ext>
            </a:extLst>
          </p:cNvPr>
          <p:cNvSpPr>
            <a:spLocks noGrp="1"/>
          </p:cNvSpPr>
          <p:nvPr>
            <p:ph type="dt" sz="half" idx="10"/>
          </p:nvPr>
        </p:nvSpPr>
        <p:spPr/>
        <p:txBody>
          <a:bodyPr/>
          <a:lstStyle/>
          <a:p>
            <a:fld id="{D6424074-C14C-4063-9727-25396F45EE8B}" type="datetimeFigureOut">
              <a:rPr lang="en-US" smtClean="0"/>
              <a:t>4/28/2021</a:t>
            </a:fld>
            <a:endParaRPr lang="en-US"/>
          </a:p>
        </p:txBody>
      </p:sp>
      <p:sp>
        <p:nvSpPr>
          <p:cNvPr id="6" name="Footer Placeholder 5">
            <a:extLst>
              <a:ext uri="{FF2B5EF4-FFF2-40B4-BE49-F238E27FC236}">
                <a16:creationId xmlns:a16="http://schemas.microsoft.com/office/drawing/2014/main" id="{76C36967-54F8-4897-9D64-D7332874BE1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926CB3-4534-4D33-B3B6-4717B20F3ADD}"/>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14809210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0591D-71AB-44B0-A8FF-8DA89DF43B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399BF31-FDD0-4B03-9E4C-18FA15FB826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535DB6-B91A-42DA-8722-A16D02B6CBE5}"/>
              </a:ext>
            </a:extLst>
          </p:cNvPr>
          <p:cNvSpPr>
            <a:spLocks noGrp="1"/>
          </p:cNvSpPr>
          <p:nvPr>
            <p:ph type="dt" sz="half" idx="10"/>
          </p:nvPr>
        </p:nvSpPr>
        <p:spPr/>
        <p:txBody>
          <a:bodyPr/>
          <a:lstStyle/>
          <a:p>
            <a:fld id="{D6424074-C14C-4063-9727-25396F45EE8B}" type="datetimeFigureOut">
              <a:rPr lang="en-US" smtClean="0"/>
              <a:t>4/28/2021</a:t>
            </a:fld>
            <a:endParaRPr lang="en-US"/>
          </a:p>
        </p:txBody>
      </p:sp>
      <p:sp>
        <p:nvSpPr>
          <p:cNvPr id="5" name="Footer Placeholder 4">
            <a:extLst>
              <a:ext uri="{FF2B5EF4-FFF2-40B4-BE49-F238E27FC236}">
                <a16:creationId xmlns:a16="http://schemas.microsoft.com/office/drawing/2014/main" id="{8F704C1A-3BFB-4306-8451-0366BAB2FA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E47995-D404-46E1-B86F-17C3C8B09EB0}"/>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2072496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0B0D8ED-73E1-4FE3-BF6D-5D9C5BAF4C9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4F26129-7B22-402F-AFC8-1067547D087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2C7EC3-A12B-4D69-A61D-07E268ECD2FC}"/>
              </a:ext>
            </a:extLst>
          </p:cNvPr>
          <p:cNvSpPr>
            <a:spLocks noGrp="1"/>
          </p:cNvSpPr>
          <p:nvPr>
            <p:ph type="dt" sz="half" idx="10"/>
          </p:nvPr>
        </p:nvSpPr>
        <p:spPr/>
        <p:txBody>
          <a:bodyPr/>
          <a:lstStyle/>
          <a:p>
            <a:fld id="{D6424074-C14C-4063-9727-25396F45EE8B}" type="datetimeFigureOut">
              <a:rPr lang="en-US" smtClean="0"/>
              <a:t>4/28/2021</a:t>
            </a:fld>
            <a:endParaRPr lang="en-US"/>
          </a:p>
        </p:txBody>
      </p:sp>
      <p:sp>
        <p:nvSpPr>
          <p:cNvPr id="5" name="Footer Placeholder 4">
            <a:extLst>
              <a:ext uri="{FF2B5EF4-FFF2-40B4-BE49-F238E27FC236}">
                <a16:creationId xmlns:a16="http://schemas.microsoft.com/office/drawing/2014/main" id="{06BABADA-90D3-48E7-B44C-D632B1A8F3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0B1A7B-8555-421A-99B8-5ADAA6942206}"/>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31366605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D4AD56-CD23-40BA-A489-EAD1F37F48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F3F5D0B-5BF7-4414-99DD-09FA3E5D69B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B946D8-FBAF-4329-8716-8812B9BA772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424074-C14C-4063-9727-25396F45EE8B}" type="datetimeFigureOut">
              <a:rPr lang="en-US" smtClean="0"/>
              <a:t>4/28/2021</a:t>
            </a:fld>
            <a:endParaRPr lang="en-US"/>
          </a:p>
        </p:txBody>
      </p:sp>
      <p:sp>
        <p:nvSpPr>
          <p:cNvPr id="5" name="Footer Placeholder 4">
            <a:extLst>
              <a:ext uri="{FF2B5EF4-FFF2-40B4-BE49-F238E27FC236}">
                <a16:creationId xmlns:a16="http://schemas.microsoft.com/office/drawing/2014/main" id="{8AE5A8AF-D0BF-43C3-8DA2-2C1303E88F0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843433D-FDF1-4749-8452-EE98C765555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727D84-FC1B-473D-99C4-9E18DD8D8E63}" type="slidenum">
              <a:rPr lang="en-US" smtClean="0"/>
              <a:t>‹#›</a:t>
            </a:fld>
            <a:endParaRPr lang="en-US"/>
          </a:p>
        </p:txBody>
      </p:sp>
    </p:spTree>
    <p:extLst>
      <p:ext uri="{BB962C8B-B14F-4D97-AF65-F5344CB8AC3E}">
        <p14:creationId xmlns:p14="http://schemas.microsoft.com/office/powerpoint/2010/main" val="1921063491"/>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Session</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Your application's session configuration file is stored at config/</a:t>
            </a:r>
            <a:r>
              <a:rPr lang="en-US" sz="2400" dirty="0" err="1">
                <a:latin typeface="Times New Roman" panose="02020603050405020304" pitchFamily="18" charset="0"/>
                <a:cs typeface="Times New Roman" panose="02020603050405020304" pitchFamily="18" charset="0"/>
              </a:rPr>
              <a:t>session.php</a:t>
            </a:r>
            <a:r>
              <a:rPr lang="en-US" sz="2400" dirty="0">
                <a:latin typeface="Times New Roman" panose="02020603050405020304" pitchFamily="18" charset="0"/>
                <a:cs typeface="Times New Roman" panose="02020603050405020304" pitchFamily="18" charset="0"/>
              </a:rPr>
              <a:t>. </a:t>
            </a:r>
          </a:p>
          <a:p>
            <a:pPr marL="0" indent="0">
              <a:buNone/>
            </a:pPr>
            <a:r>
              <a:rPr lang="en-US" sz="2400" dirty="0">
                <a:latin typeface="Times New Roman" panose="02020603050405020304" pitchFamily="18" charset="0"/>
                <a:cs typeface="Times New Roman" panose="02020603050405020304" pitchFamily="18" charset="0"/>
              </a:rPr>
              <a:t>By default, Laravel is configured to use the file session driver, which will work well for many applications.</a:t>
            </a:r>
          </a:p>
          <a:p>
            <a:pPr marL="0" indent="0">
              <a:buNone/>
            </a:pPr>
            <a:r>
              <a:rPr lang="en-US" sz="2400" dirty="0">
                <a:latin typeface="Times New Roman" panose="02020603050405020304" pitchFamily="18" charset="0"/>
                <a:cs typeface="Times New Roman" panose="02020603050405020304" pitchFamily="18" charset="0"/>
              </a:rPr>
              <a:t>The session driver configuration option defines where session data will be stored for each request. Laravel ships with several great drivers out of the box:</a:t>
            </a:r>
          </a:p>
          <a:p>
            <a:r>
              <a:rPr lang="en-US" sz="2400" dirty="0">
                <a:latin typeface="Times New Roman" panose="02020603050405020304" pitchFamily="18" charset="0"/>
                <a:cs typeface="Times New Roman" panose="02020603050405020304" pitchFamily="18" charset="0"/>
              </a:rPr>
              <a:t>file - sessions are stored in storage/framework/sessions.</a:t>
            </a:r>
          </a:p>
          <a:p>
            <a:r>
              <a:rPr lang="en-US" sz="2400" dirty="0">
                <a:latin typeface="Times New Roman" panose="02020603050405020304" pitchFamily="18" charset="0"/>
                <a:cs typeface="Times New Roman" panose="02020603050405020304" pitchFamily="18" charset="0"/>
              </a:rPr>
              <a:t>cookie - sessions are stored in secure, encrypted cookies.</a:t>
            </a:r>
          </a:p>
          <a:p>
            <a:r>
              <a:rPr lang="en-US" sz="2400" dirty="0">
                <a:latin typeface="Times New Roman" panose="02020603050405020304" pitchFamily="18" charset="0"/>
                <a:cs typeface="Times New Roman" panose="02020603050405020304" pitchFamily="18" charset="0"/>
              </a:rPr>
              <a:t>database - sessions are stored in a relational database.</a:t>
            </a:r>
          </a:p>
          <a:p>
            <a:r>
              <a:rPr lang="en-US" sz="2400" dirty="0" err="1">
                <a:latin typeface="Times New Roman" panose="02020603050405020304" pitchFamily="18" charset="0"/>
                <a:cs typeface="Times New Roman" panose="02020603050405020304" pitchFamily="18" charset="0"/>
              </a:rPr>
              <a:t>memcached</a:t>
            </a:r>
            <a:r>
              <a:rPr lang="en-US" sz="2400" dirty="0">
                <a:latin typeface="Times New Roman" panose="02020603050405020304" pitchFamily="18" charset="0"/>
                <a:cs typeface="Times New Roman" panose="02020603050405020304" pitchFamily="18" charset="0"/>
              </a:rPr>
              <a:t> / </a:t>
            </a:r>
            <a:r>
              <a:rPr lang="en-US" sz="2400" dirty="0" err="1">
                <a:latin typeface="Times New Roman" panose="02020603050405020304" pitchFamily="18" charset="0"/>
                <a:cs typeface="Times New Roman" panose="02020603050405020304" pitchFamily="18" charset="0"/>
              </a:rPr>
              <a:t>redis</a:t>
            </a:r>
            <a:r>
              <a:rPr lang="en-US" sz="2400" dirty="0">
                <a:latin typeface="Times New Roman" panose="02020603050405020304" pitchFamily="18" charset="0"/>
                <a:cs typeface="Times New Roman" panose="02020603050405020304" pitchFamily="18" charset="0"/>
              </a:rPr>
              <a:t> - sessions are stored in one of these fast, cache based stores.</a:t>
            </a:r>
          </a:p>
          <a:p>
            <a:r>
              <a:rPr lang="en-US" sz="2400" dirty="0" err="1">
                <a:latin typeface="Times New Roman" panose="02020603050405020304" pitchFamily="18" charset="0"/>
                <a:cs typeface="Times New Roman" panose="02020603050405020304" pitchFamily="18" charset="0"/>
              </a:rPr>
              <a:t>dynamodb</a:t>
            </a:r>
            <a:r>
              <a:rPr lang="en-US" sz="2400" dirty="0">
                <a:latin typeface="Times New Roman" panose="02020603050405020304" pitchFamily="18" charset="0"/>
                <a:cs typeface="Times New Roman" panose="02020603050405020304" pitchFamily="18" charset="0"/>
              </a:rPr>
              <a:t> - sessions are stored in AWS DynamoDB.</a:t>
            </a:r>
          </a:p>
          <a:p>
            <a:r>
              <a:rPr lang="en-US" sz="2400" dirty="0">
                <a:latin typeface="Times New Roman" panose="02020603050405020304" pitchFamily="18" charset="0"/>
                <a:cs typeface="Times New Roman" panose="02020603050405020304" pitchFamily="18" charset="0"/>
              </a:rPr>
              <a:t>array - sessions are stored in a PHP array and will not be persisted.</a:t>
            </a:r>
          </a:p>
        </p:txBody>
      </p:sp>
    </p:spTree>
    <p:extLst>
      <p:ext uri="{BB962C8B-B14F-4D97-AF65-F5344CB8AC3E}">
        <p14:creationId xmlns:p14="http://schemas.microsoft.com/office/powerpoint/2010/main" val="1577048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Storing Data</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There are two primary ways of working with session data in Laravel: the global session helper and via a Request instance.</a:t>
            </a:r>
          </a:p>
          <a:p>
            <a:pPr marL="0" indent="0">
              <a:buNone/>
            </a:pPr>
            <a:r>
              <a:rPr lang="en-US" sz="2400" b="1" u="sng" dirty="0">
                <a:latin typeface="Times New Roman" panose="02020603050405020304" pitchFamily="18" charset="0"/>
                <a:cs typeface="Times New Roman" panose="02020603050405020304" pitchFamily="18" charset="0"/>
              </a:rPr>
              <a:t>Request Instance</a:t>
            </a:r>
          </a:p>
          <a:p>
            <a:pPr marL="0" indent="0">
              <a:buNone/>
            </a:pPr>
            <a:r>
              <a:rPr lang="en-US" sz="2400" dirty="0">
                <a:latin typeface="Times New Roman" panose="02020603050405020304" pitchFamily="18" charset="0"/>
                <a:cs typeface="Times New Roman" panose="02020603050405020304" pitchFamily="18" charset="0"/>
              </a:rPr>
              <a:t>Syntax:- $request-&gt;session()-&gt;put('key', 'value');</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b="1" u="sng" dirty="0">
                <a:latin typeface="Times New Roman" panose="02020603050405020304" pitchFamily="18" charset="0"/>
                <a:cs typeface="Times New Roman" panose="02020603050405020304" pitchFamily="18" charset="0"/>
              </a:rPr>
              <a:t>The Global Session Helper</a:t>
            </a:r>
          </a:p>
          <a:p>
            <a:pPr marL="0" indent="0">
              <a:buNone/>
            </a:pPr>
            <a:r>
              <a:rPr lang="en-US" sz="2400" dirty="0">
                <a:latin typeface="Times New Roman" panose="02020603050405020304" pitchFamily="18" charset="0"/>
                <a:cs typeface="Times New Roman" panose="02020603050405020304" pitchFamily="18" charset="0"/>
              </a:rPr>
              <a:t>Syntax:- session(['key' =&gt; 'value']);</a:t>
            </a:r>
          </a:p>
        </p:txBody>
      </p:sp>
    </p:spTree>
    <p:extLst>
      <p:ext uri="{BB962C8B-B14F-4D97-AF65-F5344CB8AC3E}">
        <p14:creationId xmlns:p14="http://schemas.microsoft.com/office/powerpoint/2010/main" val="1597957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Retrieving Data</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b="1" u="sng" dirty="0">
                <a:latin typeface="Times New Roman" panose="02020603050405020304" pitchFamily="18" charset="0"/>
                <a:cs typeface="Times New Roman" panose="02020603050405020304" pitchFamily="18" charset="0"/>
              </a:rPr>
              <a:t>Request Instance</a:t>
            </a:r>
            <a:r>
              <a:rPr lang="en-US" dirty="0">
                <a:latin typeface="Times New Roman" panose="02020603050405020304" pitchFamily="18" charset="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Syntax:- </a:t>
            </a:r>
          </a:p>
          <a:p>
            <a:pPr marL="0" indent="0">
              <a:buNone/>
            </a:pPr>
            <a:r>
              <a:rPr lang="en-US" sz="2400" dirty="0">
                <a:cs typeface="Times New Roman" panose="02020603050405020304" pitchFamily="18" charset="0"/>
              </a:rPr>
              <a:t>$request-&gt;session()-&gt;get(‘key’);</a:t>
            </a:r>
          </a:p>
          <a:p>
            <a:pPr marL="0" indent="0">
              <a:buNone/>
            </a:pPr>
            <a:r>
              <a:rPr lang="en-US" sz="2400" dirty="0">
                <a:cs typeface="Times New Roman" panose="02020603050405020304" pitchFamily="18" charset="0"/>
              </a:rPr>
              <a:t>$request-&gt;session()-&gt;get(‘key’, ‘</a:t>
            </a:r>
            <a:r>
              <a:rPr lang="en-US" sz="2400" dirty="0" err="1">
                <a:cs typeface="Times New Roman" panose="02020603050405020304" pitchFamily="18" charset="0"/>
              </a:rPr>
              <a:t>default_value</a:t>
            </a:r>
            <a:r>
              <a:rPr lang="en-US" sz="2400" dirty="0">
                <a:cs typeface="Times New Roman" panose="02020603050405020304" pitchFamily="18" charset="0"/>
              </a:rPr>
              <a:t>’);</a:t>
            </a:r>
          </a:p>
          <a:p>
            <a:pPr marL="0" indent="0">
              <a:buNone/>
            </a:pPr>
            <a:r>
              <a:rPr lang="en-US" sz="2400" dirty="0">
                <a:cs typeface="Times New Roman" panose="02020603050405020304" pitchFamily="18" charset="0"/>
              </a:rPr>
              <a:t>$request-&gt;session()-&gt;get(‘key’, callback);</a:t>
            </a:r>
          </a:p>
          <a:p>
            <a:pPr marL="0" indent="0">
              <a:buNone/>
            </a:pPr>
            <a:r>
              <a:rPr lang="en-US" sz="2400" dirty="0">
                <a:latin typeface="Times New Roman" panose="02020603050405020304" pitchFamily="18" charset="0"/>
                <a:cs typeface="Times New Roman" panose="02020603050405020304" pitchFamily="18" charset="0"/>
              </a:rPr>
              <a:t>Example:-</a:t>
            </a:r>
          </a:p>
          <a:p>
            <a:pPr marL="0" indent="0">
              <a:buNone/>
            </a:pPr>
            <a:r>
              <a:rPr lang="en-US" sz="2400" dirty="0">
                <a:cs typeface="Times New Roman" panose="02020603050405020304" pitchFamily="18" charset="0"/>
              </a:rPr>
              <a:t>public function show(Request $request, $id) {</a:t>
            </a:r>
          </a:p>
          <a:p>
            <a:pPr marL="0" indent="0">
              <a:buNone/>
            </a:pPr>
            <a:r>
              <a:rPr lang="en-US" sz="2400" dirty="0">
                <a:cs typeface="Times New Roman" panose="02020603050405020304" pitchFamily="18" charset="0"/>
              </a:rPr>
              <a:t>        $value = $request-&gt;session()-&gt;get(‘email’);</a:t>
            </a:r>
          </a:p>
          <a:p>
            <a:pPr marL="0" indent="0">
              <a:buNone/>
            </a:pPr>
            <a:r>
              <a:rPr lang="en-US" sz="2400" dirty="0">
                <a:cs typeface="Times New Roman" panose="02020603050405020304" pitchFamily="18" charset="0"/>
              </a:rPr>
              <a:t>   }</a:t>
            </a:r>
          </a:p>
        </p:txBody>
      </p:sp>
    </p:spTree>
    <p:extLst>
      <p:ext uri="{BB962C8B-B14F-4D97-AF65-F5344CB8AC3E}">
        <p14:creationId xmlns:p14="http://schemas.microsoft.com/office/powerpoint/2010/main" val="1216171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Retrieving Data</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b="1" u="sng" dirty="0">
                <a:latin typeface="Times New Roman" panose="02020603050405020304" pitchFamily="18" charset="0"/>
                <a:cs typeface="Times New Roman" panose="02020603050405020304" pitchFamily="18" charset="0"/>
              </a:rPr>
              <a:t>Global Session Helper</a:t>
            </a:r>
            <a:r>
              <a:rPr lang="en-US" dirty="0">
                <a:latin typeface="Times New Roman" panose="02020603050405020304" pitchFamily="18" charset="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You may also use the global session PHP function to retrieve and store data in the session. </a:t>
            </a:r>
          </a:p>
          <a:p>
            <a:pPr marL="0" indent="0">
              <a:buNone/>
            </a:pPr>
            <a:r>
              <a:rPr lang="en-US" sz="2400" dirty="0">
                <a:latin typeface="Times New Roman" panose="02020603050405020304" pitchFamily="18" charset="0"/>
                <a:cs typeface="Times New Roman" panose="02020603050405020304" pitchFamily="18" charset="0"/>
              </a:rPr>
              <a:t>When the session helper is called with a single, string argument, it will return the value of that session key. </a:t>
            </a:r>
          </a:p>
          <a:p>
            <a:pPr marL="0" indent="0">
              <a:buNone/>
            </a:pPr>
            <a:r>
              <a:rPr lang="en-US" sz="2400" dirty="0">
                <a:latin typeface="Times New Roman" panose="02020603050405020304" pitchFamily="18" charset="0"/>
                <a:cs typeface="Times New Roman" panose="02020603050405020304" pitchFamily="18" charset="0"/>
              </a:rPr>
              <a:t>Syntax:- </a:t>
            </a:r>
          </a:p>
          <a:p>
            <a:pPr marL="0" indent="0">
              <a:buNone/>
            </a:pPr>
            <a:r>
              <a:rPr lang="en-US" sz="2400" dirty="0">
                <a:cs typeface="Times New Roman" panose="02020603050405020304" pitchFamily="18" charset="0"/>
              </a:rPr>
              <a:t>session(‘key’);</a:t>
            </a:r>
          </a:p>
          <a:p>
            <a:pPr marL="0" indent="0">
              <a:buNone/>
            </a:pPr>
            <a:r>
              <a:rPr lang="en-US" sz="2400" dirty="0">
                <a:cs typeface="Times New Roman" panose="02020603050405020304" pitchFamily="18" charset="0"/>
              </a:rPr>
              <a:t>session(‘key’, ‘</a:t>
            </a:r>
            <a:r>
              <a:rPr lang="en-US" sz="2400" dirty="0" err="1">
                <a:cs typeface="Times New Roman" panose="02020603050405020304" pitchFamily="18" charset="0"/>
              </a:rPr>
              <a:t>default_value</a:t>
            </a:r>
            <a:r>
              <a:rPr lang="en-US" sz="2400" dirty="0">
                <a:cs typeface="Times New Roman" panose="02020603050405020304" pitchFamily="18" charset="0"/>
              </a:rPr>
              <a:t>’);</a:t>
            </a:r>
          </a:p>
        </p:txBody>
      </p:sp>
    </p:spTree>
    <p:extLst>
      <p:ext uri="{BB962C8B-B14F-4D97-AF65-F5344CB8AC3E}">
        <p14:creationId xmlns:p14="http://schemas.microsoft.com/office/powerpoint/2010/main" val="2436002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Retrieving All Session Data</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If you would like to retrieve all the data in the session, you may use the all method:</a:t>
            </a:r>
          </a:p>
          <a:p>
            <a:pPr marL="0" indent="0">
              <a:buNone/>
            </a:pPr>
            <a:r>
              <a:rPr lang="en-US" sz="2400" dirty="0">
                <a:cs typeface="Times New Roman" panose="02020603050405020304" pitchFamily="18" charset="0"/>
              </a:rPr>
              <a:t>$data = $request-&gt;session()-&gt;all();</a:t>
            </a:r>
          </a:p>
        </p:txBody>
      </p:sp>
    </p:spTree>
    <p:extLst>
      <p:ext uri="{BB962C8B-B14F-4D97-AF65-F5344CB8AC3E}">
        <p14:creationId xmlns:p14="http://schemas.microsoft.com/office/powerpoint/2010/main" val="2476070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Item Exists in Session</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To determine if an item is present in the session, you may use the has method. The has method returns true if the item is present and is not null.</a:t>
            </a:r>
          </a:p>
          <a:p>
            <a:pPr marL="0" indent="0">
              <a:buNone/>
            </a:pPr>
            <a:r>
              <a:rPr lang="en-US" sz="2400" dirty="0">
                <a:cs typeface="Times New Roman" panose="02020603050405020304" pitchFamily="18" charset="0"/>
              </a:rPr>
              <a:t>if ($request-&gt;session()-&gt;has('users')) {</a:t>
            </a:r>
          </a:p>
          <a:p>
            <a:pPr marL="0" indent="0">
              <a:buNone/>
            </a:pPr>
            <a:r>
              <a:rPr lang="en-US" sz="2400" dirty="0">
                <a:cs typeface="Times New Roman" panose="02020603050405020304" pitchFamily="18" charset="0"/>
              </a:rPr>
              <a:t>    //</a:t>
            </a:r>
          </a:p>
          <a:p>
            <a:pPr marL="0" indent="0">
              <a:buNone/>
            </a:pPr>
            <a:r>
              <a:rPr lang="en-US" sz="2400" dirty="0">
                <a:cs typeface="Times New Roman" panose="02020603050405020304" pitchFamily="18" charset="0"/>
              </a:rPr>
              <a:t>}</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To determine if an item is present in the session, even if its value is null, you may use the exists method:</a:t>
            </a:r>
          </a:p>
          <a:p>
            <a:pPr marL="0" indent="0">
              <a:buNone/>
            </a:pPr>
            <a:r>
              <a:rPr lang="en-US" sz="2400" dirty="0">
                <a:cs typeface="Times New Roman" panose="02020603050405020304" pitchFamily="18" charset="0"/>
              </a:rPr>
              <a:t>if ($request-&gt;session()-&gt;exists('users')) {</a:t>
            </a:r>
          </a:p>
          <a:p>
            <a:pPr marL="0" indent="0">
              <a:buNone/>
            </a:pPr>
            <a:r>
              <a:rPr lang="en-US" sz="2400" dirty="0">
                <a:cs typeface="Times New Roman" panose="02020603050405020304" pitchFamily="18" charset="0"/>
              </a:rPr>
              <a:t>    //</a:t>
            </a:r>
          </a:p>
          <a:p>
            <a:pPr marL="0" indent="0">
              <a:buNone/>
            </a:pPr>
            <a:r>
              <a:rPr lang="en-US" sz="2400" dirty="0">
                <a:cs typeface="Times New Roman" panose="02020603050405020304" pitchFamily="18" charset="0"/>
              </a:rPr>
              <a:t>}</a:t>
            </a:r>
          </a:p>
        </p:txBody>
      </p:sp>
    </p:spTree>
    <p:extLst>
      <p:ext uri="{BB962C8B-B14F-4D97-AF65-F5344CB8AC3E}">
        <p14:creationId xmlns:p14="http://schemas.microsoft.com/office/powerpoint/2010/main" val="866816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Item Exists in Session</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To determine if an item is not present in the session, you may use the missing method. The missing method returns true if the item is null or if the item is not present:</a:t>
            </a:r>
          </a:p>
          <a:p>
            <a:pPr marL="0" indent="0">
              <a:buNone/>
            </a:pPr>
            <a:r>
              <a:rPr lang="en-US" sz="2400" dirty="0">
                <a:cs typeface="Times New Roman" panose="02020603050405020304" pitchFamily="18" charset="0"/>
              </a:rPr>
              <a:t>if ($request-&gt;session()-&gt;missing('users')) {</a:t>
            </a:r>
          </a:p>
          <a:p>
            <a:pPr marL="0" indent="0">
              <a:buNone/>
            </a:pPr>
            <a:r>
              <a:rPr lang="en-US" sz="2400" dirty="0">
                <a:cs typeface="Times New Roman" panose="02020603050405020304" pitchFamily="18" charset="0"/>
              </a:rPr>
              <a:t>    //</a:t>
            </a:r>
          </a:p>
          <a:p>
            <a:pPr marL="0" indent="0">
              <a:buNone/>
            </a:pPr>
            <a:r>
              <a:rPr lang="en-US" sz="2400" dirty="0">
                <a:cs typeface="Times New Roman" panose="02020603050405020304" pitchFamily="18" charset="0"/>
              </a:rPr>
              <a:t>}</a:t>
            </a:r>
          </a:p>
        </p:txBody>
      </p:sp>
    </p:spTree>
    <p:extLst>
      <p:ext uri="{BB962C8B-B14F-4D97-AF65-F5344CB8AC3E}">
        <p14:creationId xmlns:p14="http://schemas.microsoft.com/office/powerpoint/2010/main" val="2609591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Deleting Data</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forget() Method - The forget method will remove a piece of data from the session. If you would like to remove all data from the session, you may use the flush method.</a:t>
            </a:r>
          </a:p>
          <a:p>
            <a:pPr marL="0" indent="0">
              <a:buNone/>
            </a:pPr>
            <a:r>
              <a:rPr lang="en-US" sz="2400" dirty="0">
                <a:cs typeface="Times New Roman" panose="02020603050405020304" pitchFamily="18" charset="0"/>
              </a:rPr>
              <a:t>// Forget a single key.</a:t>
            </a:r>
          </a:p>
          <a:p>
            <a:pPr marL="0" indent="0">
              <a:buNone/>
            </a:pPr>
            <a:r>
              <a:rPr lang="en-US" sz="2400" dirty="0">
                <a:cs typeface="Times New Roman" panose="02020603050405020304" pitchFamily="18" charset="0"/>
              </a:rPr>
              <a:t>$request-&gt;session()-&gt;forget('name');</a:t>
            </a:r>
          </a:p>
          <a:p>
            <a:pPr marL="0" indent="0">
              <a:buNone/>
            </a:pPr>
            <a:endParaRPr lang="en-US" sz="2400" dirty="0">
              <a:cs typeface="Times New Roman" panose="02020603050405020304" pitchFamily="18" charset="0"/>
            </a:endParaRPr>
          </a:p>
          <a:p>
            <a:pPr marL="0" indent="0">
              <a:buNone/>
            </a:pPr>
            <a:r>
              <a:rPr lang="en-US" sz="2400" dirty="0">
                <a:cs typeface="Times New Roman" panose="02020603050405020304" pitchFamily="18" charset="0"/>
              </a:rPr>
              <a:t>// Forget multiple keys</a:t>
            </a:r>
          </a:p>
          <a:p>
            <a:pPr marL="0" indent="0">
              <a:buNone/>
            </a:pPr>
            <a:r>
              <a:rPr lang="en-US" sz="2400" dirty="0">
                <a:cs typeface="Times New Roman" panose="02020603050405020304" pitchFamily="18" charset="0"/>
              </a:rPr>
              <a:t>$request-&gt;session()-&gt;forget(['name', 'status']);</a:t>
            </a:r>
          </a:p>
          <a:p>
            <a:pPr marL="0" indent="0">
              <a:buNone/>
            </a:pPr>
            <a:endParaRPr lang="en-US" sz="2400" dirty="0">
              <a:cs typeface="Times New Roman" panose="02020603050405020304" pitchFamily="18" charset="0"/>
            </a:endParaRPr>
          </a:p>
          <a:p>
            <a:pPr marL="0" indent="0">
              <a:buNone/>
            </a:pPr>
            <a:r>
              <a:rPr lang="en-US" sz="2400" dirty="0">
                <a:cs typeface="Times New Roman" panose="02020603050405020304" pitchFamily="18" charset="0"/>
              </a:rPr>
              <a:t>$request-&gt;session()-&gt;flush();</a:t>
            </a:r>
          </a:p>
        </p:txBody>
      </p:sp>
    </p:spTree>
    <p:extLst>
      <p:ext uri="{BB962C8B-B14F-4D97-AF65-F5344CB8AC3E}">
        <p14:creationId xmlns:p14="http://schemas.microsoft.com/office/powerpoint/2010/main" val="2787474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Retrieving &amp; Deleting Item</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The pull method will retrieve and delete an item from the session in a single statement.</a:t>
            </a:r>
          </a:p>
          <a:p>
            <a:pPr marL="0" indent="0">
              <a:buNone/>
            </a:pPr>
            <a:r>
              <a:rPr lang="en-US" sz="2400" dirty="0">
                <a:cs typeface="Times New Roman" panose="02020603050405020304" pitchFamily="18" charset="0"/>
              </a:rPr>
              <a:t>$value = $request-&gt;session()-&gt;pull('key', 'default');</a:t>
            </a:r>
          </a:p>
        </p:txBody>
      </p:sp>
    </p:spTree>
    <p:extLst>
      <p:ext uri="{BB962C8B-B14F-4D97-AF65-F5344CB8AC3E}">
        <p14:creationId xmlns:p14="http://schemas.microsoft.com/office/powerpoint/2010/main" val="2284717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Flash Data</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flash() Method – This method is used to store items in the session for the next request. </a:t>
            </a:r>
          </a:p>
          <a:p>
            <a:pPr marL="0" indent="0">
              <a:buNone/>
            </a:pPr>
            <a:r>
              <a:rPr lang="en-US" sz="2400" dirty="0">
                <a:latin typeface="Times New Roman" panose="02020603050405020304" pitchFamily="18" charset="0"/>
                <a:cs typeface="Times New Roman" panose="02020603050405020304" pitchFamily="18" charset="0"/>
              </a:rPr>
              <a:t>Data stored in the session using this method will be available immediately and during the subsequent HTTP request. </a:t>
            </a:r>
          </a:p>
          <a:p>
            <a:pPr marL="0" indent="0">
              <a:buNone/>
            </a:pPr>
            <a:r>
              <a:rPr lang="en-US" sz="2400" dirty="0">
                <a:latin typeface="Times New Roman" panose="02020603050405020304" pitchFamily="18" charset="0"/>
                <a:cs typeface="Times New Roman" panose="02020603050405020304" pitchFamily="18" charset="0"/>
              </a:rPr>
              <a:t>After the subsequent HTTP request, the flashed data will be deleted. Flash data is primarily useful for short-lived status messages.</a:t>
            </a:r>
          </a:p>
          <a:p>
            <a:pPr marL="0" indent="0">
              <a:buNone/>
            </a:pPr>
            <a:r>
              <a:rPr lang="en-US" sz="2400" dirty="0">
                <a:cs typeface="Times New Roman" panose="02020603050405020304" pitchFamily="18" charset="0"/>
              </a:rPr>
              <a:t>Example:- $request-&gt;session()-&gt;flash('status', 'Task was successful!’);</a:t>
            </a:r>
          </a:p>
        </p:txBody>
      </p:sp>
    </p:spTree>
    <p:extLst>
      <p:ext uri="{BB962C8B-B14F-4D97-AF65-F5344CB8AC3E}">
        <p14:creationId xmlns:p14="http://schemas.microsoft.com/office/powerpoint/2010/main" val="621311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Flash Data</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keep () Method – This method is used when you need to keep specific flash data.</a:t>
            </a:r>
          </a:p>
          <a:p>
            <a:pPr marL="0" indent="0">
              <a:buNone/>
            </a:pPr>
            <a:r>
              <a:rPr lang="en-US" sz="2400" dirty="0">
                <a:cs typeface="Times New Roman" panose="02020603050405020304" pitchFamily="18" charset="0"/>
              </a:rPr>
              <a:t>Example:- $request-&gt;session()-&gt;keep(['username', 'email’]);</a:t>
            </a:r>
          </a:p>
          <a:p>
            <a:pPr marL="0" indent="0">
              <a:buNone/>
            </a:pPr>
            <a:endParaRPr lang="en-US" sz="2400" dirty="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now() Method – This method is used to persist your flash data only for the current request.</a:t>
            </a:r>
          </a:p>
          <a:p>
            <a:pPr marL="0" indent="0">
              <a:buNone/>
            </a:pPr>
            <a:r>
              <a:rPr lang="en-US" sz="2400" dirty="0">
                <a:cs typeface="Times New Roman" panose="02020603050405020304" pitchFamily="18" charset="0"/>
              </a:rPr>
              <a:t>Example:- $request-&gt;session()-&gt;now('status', 'Task was successful!');</a:t>
            </a:r>
          </a:p>
        </p:txBody>
      </p:sp>
    </p:spTree>
    <p:extLst>
      <p:ext uri="{BB962C8B-B14F-4D97-AF65-F5344CB8AC3E}">
        <p14:creationId xmlns:p14="http://schemas.microsoft.com/office/powerpoint/2010/main" val="846266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Database Session</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When using the database session driver, you will need to create a table to contain the session records.</a:t>
            </a:r>
          </a:p>
          <a:p>
            <a:pPr marL="0" indent="0">
              <a:buNone/>
            </a:pPr>
            <a:r>
              <a:rPr lang="en-US" sz="2400" dirty="0">
                <a:latin typeface="Times New Roman" panose="02020603050405020304" pitchFamily="18" charset="0"/>
                <a:cs typeface="Times New Roman" panose="02020603050405020304" pitchFamily="18" charset="0"/>
              </a:rPr>
              <a:t>php artisan </a:t>
            </a:r>
            <a:r>
              <a:rPr lang="en-US" sz="2400" dirty="0" err="1">
                <a:latin typeface="Times New Roman" panose="02020603050405020304" pitchFamily="18" charset="0"/>
                <a:cs typeface="Times New Roman" panose="02020603050405020304" pitchFamily="18" charset="0"/>
              </a:rPr>
              <a:t>session:table</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1381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452</TotalTime>
  <Words>782</Words>
  <Application>Microsoft Office PowerPoint</Application>
  <PresentationFormat>Widescreen</PresentationFormat>
  <Paragraphs>78</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Times New Roman</vt:lpstr>
      <vt:lpstr>Office Theme</vt:lpstr>
      <vt:lpstr>Session</vt:lpstr>
      <vt:lpstr>Storing Data</vt:lpstr>
      <vt:lpstr>Retrieving Data</vt:lpstr>
      <vt:lpstr>Retrieving Data</vt:lpstr>
      <vt:lpstr>Retrieving All Session Data</vt:lpstr>
      <vt:lpstr>Item Exists in Session</vt:lpstr>
      <vt:lpstr>Item Exists in Session</vt:lpstr>
      <vt:lpstr>Deleting Data</vt:lpstr>
      <vt:lpstr>Retrieving &amp; Deleting Item</vt:lpstr>
      <vt:lpstr>Flash Data</vt:lpstr>
      <vt:lpstr>Flash Data</vt:lpstr>
      <vt:lpstr>Database Session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to Install Laravel</dc:title>
  <dc:creator>RK</dc:creator>
  <cp:lastModifiedBy>RK</cp:lastModifiedBy>
  <cp:revision>96</cp:revision>
  <dcterms:created xsi:type="dcterms:W3CDTF">2020-01-16T07:28:28Z</dcterms:created>
  <dcterms:modified xsi:type="dcterms:W3CDTF">2021-04-28T14:49:08Z</dcterms:modified>
</cp:coreProperties>
</file>