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58" r:id="rId3"/>
    <p:sldId id="272" r:id="rId4"/>
    <p:sldId id="259" r:id="rId5"/>
    <p:sldId id="260" r:id="rId6"/>
    <p:sldId id="261" r:id="rId7"/>
    <p:sldId id="262" r:id="rId8"/>
    <p:sldId id="265" r:id="rId9"/>
    <p:sldId id="266" r:id="rId10"/>
    <p:sldId id="267" r:id="rId11"/>
    <p:sldId id="268" r:id="rId12"/>
    <p:sldId id="269" r:id="rId13"/>
    <p:sldId id="270" r:id="rId14"/>
    <p:sldId id="271" r:id="rId15"/>
    <p:sldId id="263" r:id="rId16"/>
    <p:sldId id="264"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7" d="100"/>
          <a:sy n="97" d="100"/>
        </p:scale>
        <p:origin x="108" y="36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238531-B8B0-407B-8365-CFCA4ABE8F5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E524FD2B-E18D-44FC-A610-63A6B6ECAD6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63C1D7C5-C469-4AA6-B219-3A9D4AF87E66}"/>
              </a:ext>
            </a:extLst>
          </p:cNvPr>
          <p:cNvSpPr>
            <a:spLocks noGrp="1"/>
          </p:cNvSpPr>
          <p:nvPr>
            <p:ph type="dt" sz="half" idx="10"/>
          </p:nvPr>
        </p:nvSpPr>
        <p:spPr/>
        <p:txBody>
          <a:bodyPr/>
          <a:lstStyle/>
          <a:p>
            <a:fld id="{EFB52522-DAD1-4CA6-8CD2-1232EF58800F}" type="datetimeFigureOut">
              <a:rPr lang="en-US" smtClean="0"/>
              <a:t>3/25/2021</a:t>
            </a:fld>
            <a:endParaRPr lang="en-US"/>
          </a:p>
        </p:txBody>
      </p:sp>
      <p:sp>
        <p:nvSpPr>
          <p:cNvPr id="5" name="Footer Placeholder 4">
            <a:extLst>
              <a:ext uri="{FF2B5EF4-FFF2-40B4-BE49-F238E27FC236}">
                <a16:creationId xmlns:a16="http://schemas.microsoft.com/office/drawing/2014/main" id="{1F2073EF-ABDB-49B6-9408-0771F027B35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FF0531B-C586-488F-85CD-9F5AD2418244}"/>
              </a:ext>
            </a:extLst>
          </p:cNvPr>
          <p:cNvSpPr>
            <a:spLocks noGrp="1"/>
          </p:cNvSpPr>
          <p:nvPr>
            <p:ph type="sldNum" sz="quarter" idx="12"/>
          </p:nvPr>
        </p:nvSpPr>
        <p:spPr/>
        <p:txBody>
          <a:bodyPr/>
          <a:lstStyle/>
          <a:p>
            <a:fld id="{15B62C76-BCFC-4B50-A616-64D3F2A50B4E}" type="slidenum">
              <a:rPr lang="en-US" smtClean="0"/>
              <a:t>‹#›</a:t>
            </a:fld>
            <a:endParaRPr lang="en-US"/>
          </a:p>
        </p:txBody>
      </p:sp>
    </p:spTree>
    <p:extLst>
      <p:ext uri="{BB962C8B-B14F-4D97-AF65-F5344CB8AC3E}">
        <p14:creationId xmlns:p14="http://schemas.microsoft.com/office/powerpoint/2010/main" val="144448379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3B0943-1D56-4C73-8001-D9727E0F766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8EF8C92-9866-4811-813A-D87A175D624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9619379-08D0-4221-859E-138389DBB279}"/>
              </a:ext>
            </a:extLst>
          </p:cNvPr>
          <p:cNvSpPr>
            <a:spLocks noGrp="1"/>
          </p:cNvSpPr>
          <p:nvPr>
            <p:ph type="dt" sz="half" idx="10"/>
          </p:nvPr>
        </p:nvSpPr>
        <p:spPr/>
        <p:txBody>
          <a:bodyPr/>
          <a:lstStyle/>
          <a:p>
            <a:fld id="{EFB52522-DAD1-4CA6-8CD2-1232EF58800F}" type="datetimeFigureOut">
              <a:rPr lang="en-US" smtClean="0"/>
              <a:t>3/25/2021</a:t>
            </a:fld>
            <a:endParaRPr lang="en-US"/>
          </a:p>
        </p:txBody>
      </p:sp>
      <p:sp>
        <p:nvSpPr>
          <p:cNvPr id="5" name="Footer Placeholder 4">
            <a:extLst>
              <a:ext uri="{FF2B5EF4-FFF2-40B4-BE49-F238E27FC236}">
                <a16:creationId xmlns:a16="http://schemas.microsoft.com/office/drawing/2014/main" id="{2D4BD05B-AB4D-420F-A2A8-150CB6DA686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0AF27C7-887F-4686-A93F-195C59EDAD5C}"/>
              </a:ext>
            </a:extLst>
          </p:cNvPr>
          <p:cNvSpPr>
            <a:spLocks noGrp="1"/>
          </p:cNvSpPr>
          <p:nvPr>
            <p:ph type="sldNum" sz="quarter" idx="12"/>
          </p:nvPr>
        </p:nvSpPr>
        <p:spPr/>
        <p:txBody>
          <a:bodyPr/>
          <a:lstStyle/>
          <a:p>
            <a:fld id="{15B62C76-BCFC-4B50-A616-64D3F2A50B4E}" type="slidenum">
              <a:rPr lang="en-US" smtClean="0"/>
              <a:t>‹#›</a:t>
            </a:fld>
            <a:endParaRPr lang="en-US"/>
          </a:p>
        </p:txBody>
      </p:sp>
    </p:spTree>
    <p:extLst>
      <p:ext uri="{BB962C8B-B14F-4D97-AF65-F5344CB8AC3E}">
        <p14:creationId xmlns:p14="http://schemas.microsoft.com/office/powerpoint/2010/main" val="162393966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135652-6233-4333-BFFD-27F426EFC39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1746C475-C383-419C-9EF5-8A6FCE01DD7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CAA4FAB-CA54-47B4-A449-F1D8F4DD6490}"/>
              </a:ext>
            </a:extLst>
          </p:cNvPr>
          <p:cNvSpPr>
            <a:spLocks noGrp="1"/>
          </p:cNvSpPr>
          <p:nvPr>
            <p:ph type="dt" sz="half" idx="10"/>
          </p:nvPr>
        </p:nvSpPr>
        <p:spPr/>
        <p:txBody>
          <a:bodyPr/>
          <a:lstStyle/>
          <a:p>
            <a:fld id="{EFB52522-DAD1-4CA6-8CD2-1232EF58800F}" type="datetimeFigureOut">
              <a:rPr lang="en-US" smtClean="0"/>
              <a:t>3/25/2021</a:t>
            </a:fld>
            <a:endParaRPr lang="en-US"/>
          </a:p>
        </p:txBody>
      </p:sp>
      <p:sp>
        <p:nvSpPr>
          <p:cNvPr id="5" name="Footer Placeholder 4">
            <a:extLst>
              <a:ext uri="{FF2B5EF4-FFF2-40B4-BE49-F238E27FC236}">
                <a16:creationId xmlns:a16="http://schemas.microsoft.com/office/drawing/2014/main" id="{0A30EA8F-45F6-4C1E-9AFE-1EBA8374E7D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5DFCF31-9524-4646-BB86-CEA1D42E3FAB}"/>
              </a:ext>
            </a:extLst>
          </p:cNvPr>
          <p:cNvSpPr>
            <a:spLocks noGrp="1"/>
          </p:cNvSpPr>
          <p:nvPr>
            <p:ph type="sldNum" sz="quarter" idx="12"/>
          </p:nvPr>
        </p:nvSpPr>
        <p:spPr/>
        <p:txBody>
          <a:bodyPr/>
          <a:lstStyle/>
          <a:p>
            <a:fld id="{15B62C76-BCFC-4B50-A616-64D3F2A50B4E}" type="slidenum">
              <a:rPr lang="en-US" smtClean="0"/>
              <a:t>‹#›</a:t>
            </a:fld>
            <a:endParaRPr lang="en-US"/>
          </a:p>
        </p:txBody>
      </p:sp>
    </p:spTree>
    <p:extLst>
      <p:ext uri="{BB962C8B-B14F-4D97-AF65-F5344CB8AC3E}">
        <p14:creationId xmlns:p14="http://schemas.microsoft.com/office/powerpoint/2010/main" val="58382881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CBD242-C72E-4930-A883-116DEF202BC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CBDD7B2-AC48-400B-B957-24C3D6DCBB7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E6133163-FAA8-470E-BA99-F7F805937B6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A4CDE63D-8E0A-4585-822D-1364B7BDE29E}"/>
              </a:ext>
            </a:extLst>
          </p:cNvPr>
          <p:cNvSpPr>
            <a:spLocks noGrp="1"/>
          </p:cNvSpPr>
          <p:nvPr>
            <p:ph type="dt" sz="half" idx="10"/>
          </p:nvPr>
        </p:nvSpPr>
        <p:spPr/>
        <p:txBody>
          <a:bodyPr/>
          <a:lstStyle/>
          <a:p>
            <a:fld id="{EFB52522-DAD1-4CA6-8CD2-1232EF58800F}" type="datetimeFigureOut">
              <a:rPr lang="en-US" smtClean="0"/>
              <a:t>3/25/2021</a:t>
            </a:fld>
            <a:endParaRPr lang="en-US"/>
          </a:p>
        </p:txBody>
      </p:sp>
      <p:sp>
        <p:nvSpPr>
          <p:cNvPr id="6" name="Footer Placeholder 5">
            <a:extLst>
              <a:ext uri="{FF2B5EF4-FFF2-40B4-BE49-F238E27FC236}">
                <a16:creationId xmlns:a16="http://schemas.microsoft.com/office/drawing/2014/main" id="{9E9A32F8-90D8-40A3-A07F-79EE70FA7E9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7BB42BC-79EC-46CC-BD4A-87BAF50D3F3A}"/>
              </a:ext>
            </a:extLst>
          </p:cNvPr>
          <p:cNvSpPr>
            <a:spLocks noGrp="1"/>
          </p:cNvSpPr>
          <p:nvPr>
            <p:ph type="sldNum" sz="quarter" idx="12"/>
          </p:nvPr>
        </p:nvSpPr>
        <p:spPr/>
        <p:txBody>
          <a:bodyPr/>
          <a:lstStyle/>
          <a:p>
            <a:fld id="{15B62C76-BCFC-4B50-A616-64D3F2A50B4E}" type="slidenum">
              <a:rPr lang="en-US" smtClean="0"/>
              <a:t>‹#›</a:t>
            </a:fld>
            <a:endParaRPr lang="en-US"/>
          </a:p>
        </p:txBody>
      </p:sp>
    </p:spTree>
    <p:extLst>
      <p:ext uri="{BB962C8B-B14F-4D97-AF65-F5344CB8AC3E}">
        <p14:creationId xmlns:p14="http://schemas.microsoft.com/office/powerpoint/2010/main" val="56612620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EE0363-1255-4363-9486-5CDC00D3D92C}"/>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770F11B5-82DE-4D64-B6F4-F2BFBB4F43A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5D1A427-2D8A-4B10-9275-1AFD294C106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946207F3-A70D-4822-854A-4EB78FAE0DB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3898CA0-A000-46F3-B9B5-F72B17318EF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BB3DF729-D440-4A4A-AA90-83C14EFEAFB3}"/>
              </a:ext>
            </a:extLst>
          </p:cNvPr>
          <p:cNvSpPr>
            <a:spLocks noGrp="1"/>
          </p:cNvSpPr>
          <p:nvPr>
            <p:ph type="dt" sz="half" idx="10"/>
          </p:nvPr>
        </p:nvSpPr>
        <p:spPr/>
        <p:txBody>
          <a:bodyPr/>
          <a:lstStyle/>
          <a:p>
            <a:fld id="{EFB52522-DAD1-4CA6-8CD2-1232EF58800F}" type="datetimeFigureOut">
              <a:rPr lang="en-US" smtClean="0"/>
              <a:t>3/25/2021</a:t>
            </a:fld>
            <a:endParaRPr lang="en-US"/>
          </a:p>
        </p:txBody>
      </p:sp>
      <p:sp>
        <p:nvSpPr>
          <p:cNvPr id="8" name="Footer Placeholder 7">
            <a:extLst>
              <a:ext uri="{FF2B5EF4-FFF2-40B4-BE49-F238E27FC236}">
                <a16:creationId xmlns:a16="http://schemas.microsoft.com/office/drawing/2014/main" id="{81233CA9-FCDA-4E21-A705-BDE081D578CD}"/>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373D93C4-8311-415E-9D3E-7A7FCB3AB53C}"/>
              </a:ext>
            </a:extLst>
          </p:cNvPr>
          <p:cNvSpPr>
            <a:spLocks noGrp="1"/>
          </p:cNvSpPr>
          <p:nvPr>
            <p:ph type="sldNum" sz="quarter" idx="12"/>
          </p:nvPr>
        </p:nvSpPr>
        <p:spPr/>
        <p:txBody>
          <a:bodyPr/>
          <a:lstStyle/>
          <a:p>
            <a:fld id="{15B62C76-BCFC-4B50-A616-64D3F2A50B4E}" type="slidenum">
              <a:rPr lang="en-US" smtClean="0"/>
              <a:t>‹#›</a:t>
            </a:fld>
            <a:endParaRPr lang="en-US"/>
          </a:p>
        </p:txBody>
      </p:sp>
    </p:spTree>
    <p:extLst>
      <p:ext uri="{BB962C8B-B14F-4D97-AF65-F5344CB8AC3E}">
        <p14:creationId xmlns:p14="http://schemas.microsoft.com/office/powerpoint/2010/main" val="264538925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CE6B3E-85EE-4677-92FD-2B32F7FC039C}"/>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D98DA9B1-D0A3-400C-BF01-DED842DBFE16}"/>
              </a:ext>
            </a:extLst>
          </p:cNvPr>
          <p:cNvSpPr>
            <a:spLocks noGrp="1"/>
          </p:cNvSpPr>
          <p:nvPr>
            <p:ph type="dt" sz="half" idx="10"/>
          </p:nvPr>
        </p:nvSpPr>
        <p:spPr/>
        <p:txBody>
          <a:bodyPr/>
          <a:lstStyle/>
          <a:p>
            <a:fld id="{EFB52522-DAD1-4CA6-8CD2-1232EF58800F}" type="datetimeFigureOut">
              <a:rPr lang="en-US" smtClean="0"/>
              <a:t>3/25/2021</a:t>
            </a:fld>
            <a:endParaRPr lang="en-US"/>
          </a:p>
        </p:txBody>
      </p:sp>
      <p:sp>
        <p:nvSpPr>
          <p:cNvPr id="4" name="Footer Placeholder 3">
            <a:extLst>
              <a:ext uri="{FF2B5EF4-FFF2-40B4-BE49-F238E27FC236}">
                <a16:creationId xmlns:a16="http://schemas.microsoft.com/office/drawing/2014/main" id="{00621AC9-1D60-4D2F-9A5C-DA70C17CD266}"/>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773BAAD8-56F1-4D80-B91C-AE0FE63CBEC0}"/>
              </a:ext>
            </a:extLst>
          </p:cNvPr>
          <p:cNvSpPr>
            <a:spLocks noGrp="1"/>
          </p:cNvSpPr>
          <p:nvPr>
            <p:ph type="sldNum" sz="quarter" idx="12"/>
          </p:nvPr>
        </p:nvSpPr>
        <p:spPr/>
        <p:txBody>
          <a:bodyPr/>
          <a:lstStyle/>
          <a:p>
            <a:fld id="{15B62C76-BCFC-4B50-A616-64D3F2A50B4E}" type="slidenum">
              <a:rPr lang="en-US" smtClean="0"/>
              <a:t>‹#›</a:t>
            </a:fld>
            <a:endParaRPr lang="en-US"/>
          </a:p>
        </p:txBody>
      </p:sp>
    </p:spTree>
    <p:extLst>
      <p:ext uri="{BB962C8B-B14F-4D97-AF65-F5344CB8AC3E}">
        <p14:creationId xmlns:p14="http://schemas.microsoft.com/office/powerpoint/2010/main" val="344816636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81DFFE9-8506-467A-90BE-DCFA00CFD054}"/>
              </a:ext>
            </a:extLst>
          </p:cNvPr>
          <p:cNvSpPr>
            <a:spLocks noGrp="1"/>
          </p:cNvSpPr>
          <p:nvPr>
            <p:ph type="dt" sz="half" idx="10"/>
          </p:nvPr>
        </p:nvSpPr>
        <p:spPr/>
        <p:txBody>
          <a:bodyPr/>
          <a:lstStyle/>
          <a:p>
            <a:fld id="{EFB52522-DAD1-4CA6-8CD2-1232EF58800F}" type="datetimeFigureOut">
              <a:rPr lang="en-US" smtClean="0"/>
              <a:t>3/25/2021</a:t>
            </a:fld>
            <a:endParaRPr lang="en-US"/>
          </a:p>
        </p:txBody>
      </p:sp>
      <p:sp>
        <p:nvSpPr>
          <p:cNvPr id="3" name="Footer Placeholder 2">
            <a:extLst>
              <a:ext uri="{FF2B5EF4-FFF2-40B4-BE49-F238E27FC236}">
                <a16:creationId xmlns:a16="http://schemas.microsoft.com/office/drawing/2014/main" id="{D92E0CF5-BE07-434E-83A0-204ED2DEEF87}"/>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D84D772B-D574-469C-B8DD-3358E96E9E0D}"/>
              </a:ext>
            </a:extLst>
          </p:cNvPr>
          <p:cNvSpPr>
            <a:spLocks noGrp="1"/>
          </p:cNvSpPr>
          <p:nvPr>
            <p:ph type="sldNum" sz="quarter" idx="12"/>
          </p:nvPr>
        </p:nvSpPr>
        <p:spPr/>
        <p:txBody>
          <a:bodyPr/>
          <a:lstStyle/>
          <a:p>
            <a:fld id="{15B62C76-BCFC-4B50-A616-64D3F2A50B4E}" type="slidenum">
              <a:rPr lang="en-US" smtClean="0"/>
              <a:t>‹#›</a:t>
            </a:fld>
            <a:endParaRPr lang="en-US"/>
          </a:p>
        </p:txBody>
      </p:sp>
    </p:spTree>
    <p:extLst>
      <p:ext uri="{BB962C8B-B14F-4D97-AF65-F5344CB8AC3E}">
        <p14:creationId xmlns:p14="http://schemas.microsoft.com/office/powerpoint/2010/main" val="382232797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CF84F9-55F5-43FE-A1A7-DF2EA34B663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B0DBACEF-2AE2-4211-B3E6-AA0E23A335B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A970EB97-B0FB-41EB-B1F2-EE9934F7094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BF5DBC7-09D9-4A42-82DB-C397371B4F68}"/>
              </a:ext>
            </a:extLst>
          </p:cNvPr>
          <p:cNvSpPr>
            <a:spLocks noGrp="1"/>
          </p:cNvSpPr>
          <p:nvPr>
            <p:ph type="dt" sz="half" idx="10"/>
          </p:nvPr>
        </p:nvSpPr>
        <p:spPr/>
        <p:txBody>
          <a:bodyPr/>
          <a:lstStyle/>
          <a:p>
            <a:fld id="{EFB52522-DAD1-4CA6-8CD2-1232EF58800F}" type="datetimeFigureOut">
              <a:rPr lang="en-US" smtClean="0"/>
              <a:t>3/25/2021</a:t>
            </a:fld>
            <a:endParaRPr lang="en-US"/>
          </a:p>
        </p:txBody>
      </p:sp>
      <p:sp>
        <p:nvSpPr>
          <p:cNvPr id="6" name="Footer Placeholder 5">
            <a:extLst>
              <a:ext uri="{FF2B5EF4-FFF2-40B4-BE49-F238E27FC236}">
                <a16:creationId xmlns:a16="http://schemas.microsoft.com/office/drawing/2014/main" id="{DE7D461B-22A3-4E31-9733-1715F2C1C73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1D5CB94-F168-45D6-A613-D17B615986DC}"/>
              </a:ext>
            </a:extLst>
          </p:cNvPr>
          <p:cNvSpPr>
            <a:spLocks noGrp="1"/>
          </p:cNvSpPr>
          <p:nvPr>
            <p:ph type="sldNum" sz="quarter" idx="12"/>
          </p:nvPr>
        </p:nvSpPr>
        <p:spPr/>
        <p:txBody>
          <a:bodyPr/>
          <a:lstStyle/>
          <a:p>
            <a:fld id="{15B62C76-BCFC-4B50-A616-64D3F2A50B4E}" type="slidenum">
              <a:rPr lang="en-US" smtClean="0"/>
              <a:t>‹#›</a:t>
            </a:fld>
            <a:endParaRPr lang="en-US"/>
          </a:p>
        </p:txBody>
      </p:sp>
    </p:spTree>
    <p:extLst>
      <p:ext uri="{BB962C8B-B14F-4D97-AF65-F5344CB8AC3E}">
        <p14:creationId xmlns:p14="http://schemas.microsoft.com/office/powerpoint/2010/main" val="62861059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77B26B-FC2F-43C4-9F02-B6FE805F9BF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1305EC08-74D6-4151-8883-98C9D2622AE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9D55C04A-FA95-4CAE-99D2-0B2D5208140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26F35C5-D38C-4AD5-A5F6-46AE8BD07894}"/>
              </a:ext>
            </a:extLst>
          </p:cNvPr>
          <p:cNvSpPr>
            <a:spLocks noGrp="1"/>
          </p:cNvSpPr>
          <p:nvPr>
            <p:ph type="dt" sz="half" idx="10"/>
          </p:nvPr>
        </p:nvSpPr>
        <p:spPr/>
        <p:txBody>
          <a:bodyPr/>
          <a:lstStyle/>
          <a:p>
            <a:fld id="{EFB52522-DAD1-4CA6-8CD2-1232EF58800F}" type="datetimeFigureOut">
              <a:rPr lang="en-US" smtClean="0"/>
              <a:t>3/25/2021</a:t>
            </a:fld>
            <a:endParaRPr lang="en-US"/>
          </a:p>
        </p:txBody>
      </p:sp>
      <p:sp>
        <p:nvSpPr>
          <p:cNvPr id="6" name="Footer Placeholder 5">
            <a:extLst>
              <a:ext uri="{FF2B5EF4-FFF2-40B4-BE49-F238E27FC236}">
                <a16:creationId xmlns:a16="http://schemas.microsoft.com/office/drawing/2014/main" id="{912D3904-B0D1-4281-9108-E8EB9033A0A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35641B7-7760-4A27-AA7D-F7EA93A64D82}"/>
              </a:ext>
            </a:extLst>
          </p:cNvPr>
          <p:cNvSpPr>
            <a:spLocks noGrp="1"/>
          </p:cNvSpPr>
          <p:nvPr>
            <p:ph type="sldNum" sz="quarter" idx="12"/>
          </p:nvPr>
        </p:nvSpPr>
        <p:spPr/>
        <p:txBody>
          <a:bodyPr/>
          <a:lstStyle/>
          <a:p>
            <a:fld id="{15B62C76-BCFC-4B50-A616-64D3F2A50B4E}" type="slidenum">
              <a:rPr lang="en-US" smtClean="0"/>
              <a:t>‹#›</a:t>
            </a:fld>
            <a:endParaRPr lang="en-US"/>
          </a:p>
        </p:txBody>
      </p:sp>
    </p:spTree>
    <p:extLst>
      <p:ext uri="{BB962C8B-B14F-4D97-AF65-F5344CB8AC3E}">
        <p14:creationId xmlns:p14="http://schemas.microsoft.com/office/powerpoint/2010/main" val="3580957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DB8A86-59BF-4500-87BD-D00C367133C4}"/>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C72A4012-C9FB-4B83-86B2-0D96427F4B8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9E4D637-6E01-40DB-88A0-8D267A0FCABE}"/>
              </a:ext>
            </a:extLst>
          </p:cNvPr>
          <p:cNvSpPr>
            <a:spLocks noGrp="1"/>
          </p:cNvSpPr>
          <p:nvPr>
            <p:ph type="dt" sz="half" idx="10"/>
          </p:nvPr>
        </p:nvSpPr>
        <p:spPr/>
        <p:txBody>
          <a:bodyPr/>
          <a:lstStyle/>
          <a:p>
            <a:fld id="{EFB52522-DAD1-4CA6-8CD2-1232EF58800F}" type="datetimeFigureOut">
              <a:rPr lang="en-US" smtClean="0"/>
              <a:t>3/25/2021</a:t>
            </a:fld>
            <a:endParaRPr lang="en-US"/>
          </a:p>
        </p:txBody>
      </p:sp>
      <p:sp>
        <p:nvSpPr>
          <p:cNvPr id="5" name="Footer Placeholder 4">
            <a:extLst>
              <a:ext uri="{FF2B5EF4-FFF2-40B4-BE49-F238E27FC236}">
                <a16:creationId xmlns:a16="http://schemas.microsoft.com/office/drawing/2014/main" id="{5C58D38D-2E5F-4040-BA73-677A4F6E5A7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27570AC-9F7F-43D6-BF02-53003E9D31D1}"/>
              </a:ext>
            </a:extLst>
          </p:cNvPr>
          <p:cNvSpPr>
            <a:spLocks noGrp="1"/>
          </p:cNvSpPr>
          <p:nvPr>
            <p:ph type="sldNum" sz="quarter" idx="12"/>
          </p:nvPr>
        </p:nvSpPr>
        <p:spPr/>
        <p:txBody>
          <a:bodyPr/>
          <a:lstStyle/>
          <a:p>
            <a:fld id="{15B62C76-BCFC-4B50-A616-64D3F2A50B4E}" type="slidenum">
              <a:rPr lang="en-US" smtClean="0"/>
              <a:t>‹#›</a:t>
            </a:fld>
            <a:endParaRPr lang="en-US"/>
          </a:p>
        </p:txBody>
      </p:sp>
    </p:spTree>
    <p:extLst>
      <p:ext uri="{BB962C8B-B14F-4D97-AF65-F5344CB8AC3E}">
        <p14:creationId xmlns:p14="http://schemas.microsoft.com/office/powerpoint/2010/main" val="383229541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0C8018E-6AB3-4137-8305-241E0028A5DE}"/>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ABEEA223-1531-4A24-9FF5-6FD4549E945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D260657-9056-4230-AD1A-EDC35FBBF817}"/>
              </a:ext>
            </a:extLst>
          </p:cNvPr>
          <p:cNvSpPr>
            <a:spLocks noGrp="1"/>
          </p:cNvSpPr>
          <p:nvPr>
            <p:ph type="dt" sz="half" idx="10"/>
          </p:nvPr>
        </p:nvSpPr>
        <p:spPr/>
        <p:txBody>
          <a:bodyPr/>
          <a:lstStyle/>
          <a:p>
            <a:fld id="{EFB52522-DAD1-4CA6-8CD2-1232EF58800F}" type="datetimeFigureOut">
              <a:rPr lang="en-US" smtClean="0"/>
              <a:t>3/25/2021</a:t>
            </a:fld>
            <a:endParaRPr lang="en-US"/>
          </a:p>
        </p:txBody>
      </p:sp>
      <p:sp>
        <p:nvSpPr>
          <p:cNvPr id="5" name="Footer Placeholder 4">
            <a:extLst>
              <a:ext uri="{FF2B5EF4-FFF2-40B4-BE49-F238E27FC236}">
                <a16:creationId xmlns:a16="http://schemas.microsoft.com/office/drawing/2014/main" id="{C9E22A6C-BE96-4D5D-B4F9-1A648C8FEDB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582184F-521F-4A15-BCD0-C4E8245F1114}"/>
              </a:ext>
            </a:extLst>
          </p:cNvPr>
          <p:cNvSpPr>
            <a:spLocks noGrp="1"/>
          </p:cNvSpPr>
          <p:nvPr>
            <p:ph type="sldNum" sz="quarter" idx="12"/>
          </p:nvPr>
        </p:nvSpPr>
        <p:spPr/>
        <p:txBody>
          <a:bodyPr/>
          <a:lstStyle/>
          <a:p>
            <a:fld id="{15B62C76-BCFC-4B50-A616-64D3F2A50B4E}" type="slidenum">
              <a:rPr lang="en-US" smtClean="0"/>
              <a:t>‹#›</a:t>
            </a:fld>
            <a:endParaRPr lang="en-US"/>
          </a:p>
        </p:txBody>
      </p:sp>
    </p:spTree>
    <p:extLst>
      <p:ext uri="{BB962C8B-B14F-4D97-AF65-F5344CB8AC3E}">
        <p14:creationId xmlns:p14="http://schemas.microsoft.com/office/powerpoint/2010/main" val="388740147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16A45D3-CD84-4CD9-A020-6DCAF5E46EC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D12BEAC1-ED7A-4AAB-BD69-1FE582D7391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403CF14-923D-42BA-BC12-5F5DB81D7DE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FB52522-DAD1-4CA6-8CD2-1232EF58800F}" type="datetimeFigureOut">
              <a:rPr lang="en-US" smtClean="0"/>
              <a:t>3/25/2021</a:t>
            </a:fld>
            <a:endParaRPr lang="en-US"/>
          </a:p>
        </p:txBody>
      </p:sp>
      <p:sp>
        <p:nvSpPr>
          <p:cNvPr id="5" name="Footer Placeholder 4">
            <a:extLst>
              <a:ext uri="{FF2B5EF4-FFF2-40B4-BE49-F238E27FC236}">
                <a16:creationId xmlns:a16="http://schemas.microsoft.com/office/drawing/2014/main" id="{F0136D0A-4CB2-4D2D-8F50-4B7379C22AE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2F246B74-EB62-40CF-97D9-044EBA8EEDB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5B62C76-BCFC-4B50-A616-64D3F2A50B4E}" type="slidenum">
              <a:rPr lang="en-US" smtClean="0"/>
              <a:t>‹#›</a:t>
            </a:fld>
            <a:endParaRPr lang="en-US"/>
          </a:p>
        </p:txBody>
      </p:sp>
    </p:spTree>
    <p:extLst>
      <p:ext uri="{BB962C8B-B14F-4D97-AF65-F5344CB8AC3E}">
        <p14:creationId xmlns:p14="http://schemas.microsoft.com/office/powerpoint/2010/main" val="4161228649"/>
      </p:ext>
    </p:extLst>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B5B43A-CF77-4279-BD3A-005604DED4E5}"/>
              </a:ext>
            </a:extLst>
          </p:cNvPr>
          <p:cNvSpPr>
            <a:spLocks noGrp="1"/>
          </p:cNvSpPr>
          <p:nvPr>
            <p:ph type="title"/>
          </p:nvPr>
        </p:nvSpPr>
        <p:spPr>
          <a:xfrm>
            <a:off x="838200" y="95794"/>
            <a:ext cx="10515600" cy="1009651"/>
          </a:xfrm>
        </p:spPr>
        <p:txBody>
          <a:bodyPr/>
          <a:lstStyle/>
          <a:p>
            <a:pPr algn="ctr"/>
            <a:r>
              <a:rPr lang="en-US" b="1" u="sng" dirty="0">
                <a:latin typeface="Times New Roman" panose="02020603050405020304" pitchFamily="18" charset="0"/>
                <a:cs typeface="Times New Roman" panose="02020603050405020304" pitchFamily="18" charset="0"/>
              </a:rPr>
              <a:t>Blade</a:t>
            </a:r>
          </a:p>
        </p:txBody>
      </p:sp>
      <p:sp>
        <p:nvSpPr>
          <p:cNvPr id="3" name="Content Placeholder 2">
            <a:extLst>
              <a:ext uri="{FF2B5EF4-FFF2-40B4-BE49-F238E27FC236}">
                <a16:creationId xmlns:a16="http://schemas.microsoft.com/office/drawing/2014/main" id="{18C02893-D790-44E4-8503-E7869EE05B03}"/>
              </a:ext>
            </a:extLst>
          </p:cNvPr>
          <p:cNvSpPr>
            <a:spLocks noGrp="1"/>
          </p:cNvSpPr>
          <p:nvPr>
            <p:ph idx="1"/>
          </p:nvPr>
        </p:nvSpPr>
        <p:spPr>
          <a:xfrm>
            <a:off x="838200" y="1105444"/>
            <a:ext cx="10515600" cy="5452109"/>
          </a:xfrm>
        </p:spPr>
        <p:txBody>
          <a:bodyPr/>
          <a:lstStyle/>
          <a:p>
            <a:pPr marL="0" indent="0">
              <a:buNone/>
            </a:pPr>
            <a:r>
              <a:rPr lang="en-US" dirty="0">
                <a:latin typeface="Times New Roman" panose="02020603050405020304" pitchFamily="18" charset="0"/>
                <a:cs typeface="Times New Roman" panose="02020603050405020304" pitchFamily="18" charset="0"/>
              </a:rPr>
              <a:t>Blade is the simple, yet powerful templating engine that is included with Laravel. Unlike some PHP templating engines, Blade does not restrict you from using plain PHP code in your templates.</a:t>
            </a:r>
          </a:p>
          <a:p>
            <a:pPr marL="0" indent="0">
              <a:buNone/>
            </a:pPr>
            <a:r>
              <a:rPr lang="en-US" dirty="0">
                <a:latin typeface="Times New Roman" panose="02020603050405020304" pitchFamily="18" charset="0"/>
                <a:cs typeface="Times New Roman" panose="02020603050405020304" pitchFamily="18" charset="0"/>
              </a:rPr>
              <a:t>Blade template files use the </a:t>
            </a:r>
            <a:r>
              <a:rPr lang="en-US" b="1" dirty="0">
                <a:solidFill>
                  <a:srgbClr val="FFFF00"/>
                </a:solidFill>
                <a:latin typeface="Times New Roman" panose="02020603050405020304" pitchFamily="18" charset="0"/>
                <a:cs typeface="Times New Roman" panose="02020603050405020304" pitchFamily="18" charset="0"/>
              </a:rPr>
              <a:t>.</a:t>
            </a:r>
            <a:r>
              <a:rPr lang="en-US" b="1" dirty="0" err="1">
                <a:solidFill>
                  <a:srgbClr val="FFFF00"/>
                </a:solidFill>
                <a:latin typeface="Times New Roman" panose="02020603050405020304" pitchFamily="18" charset="0"/>
                <a:cs typeface="Times New Roman" panose="02020603050405020304" pitchFamily="18" charset="0"/>
              </a:rPr>
              <a:t>blade.php</a:t>
            </a:r>
            <a:r>
              <a:rPr lang="en-US" dirty="0">
                <a:latin typeface="Times New Roman" panose="02020603050405020304" pitchFamily="18" charset="0"/>
                <a:cs typeface="Times New Roman" panose="02020603050405020304" pitchFamily="18" charset="0"/>
              </a:rPr>
              <a:t> file extension and are typically stored in the </a:t>
            </a:r>
            <a:r>
              <a:rPr lang="en-US" b="1" i="1" dirty="0">
                <a:latin typeface="Times New Roman" panose="02020603050405020304" pitchFamily="18" charset="0"/>
                <a:cs typeface="Times New Roman" panose="02020603050405020304" pitchFamily="18" charset="0"/>
              </a:rPr>
              <a:t>resources/views</a:t>
            </a:r>
            <a:r>
              <a:rPr lang="en-US" dirty="0">
                <a:latin typeface="Times New Roman" panose="02020603050405020304" pitchFamily="18" charset="0"/>
                <a:cs typeface="Times New Roman" panose="02020603050405020304" pitchFamily="18" charset="0"/>
              </a:rPr>
              <a:t> directory</a:t>
            </a:r>
          </a:p>
        </p:txBody>
      </p:sp>
    </p:spTree>
    <p:extLst>
      <p:ext uri="{BB962C8B-B14F-4D97-AF65-F5344CB8AC3E}">
        <p14:creationId xmlns:p14="http://schemas.microsoft.com/office/powerpoint/2010/main" val="23079187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B5B43A-CF77-4279-BD3A-005604DED4E5}"/>
              </a:ext>
            </a:extLst>
          </p:cNvPr>
          <p:cNvSpPr>
            <a:spLocks noGrp="1"/>
          </p:cNvSpPr>
          <p:nvPr>
            <p:ph type="title"/>
          </p:nvPr>
        </p:nvSpPr>
        <p:spPr>
          <a:xfrm>
            <a:off x="838200" y="95794"/>
            <a:ext cx="10515600" cy="1009651"/>
          </a:xfrm>
        </p:spPr>
        <p:txBody>
          <a:bodyPr/>
          <a:lstStyle/>
          <a:p>
            <a:pPr algn="ctr"/>
            <a:r>
              <a:rPr lang="en-US" b="1" u="sng" dirty="0">
                <a:latin typeface="Times New Roman" panose="02020603050405020304" pitchFamily="18" charset="0"/>
                <a:cs typeface="Times New Roman" panose="02020603050405020304" pitchFamily="18" charset="0"/>
              </a:rPr>
              <a:t>Blade Template</a:t>
            </a:r>
          </a:p>
        </p:txBody>
      </p:sp>
      <p:sp>
        <p:nvSpPr>
          <p:cNvPr id="3" name="Content Placeholder 2">
            <a:extLst>
              <a:ext uri="{FF2B5EF4-FFF2-40B4-BE49-F238E27FC236}">
                <a16:creationId xmlns:a16="http://schemas.microsoft.com/office/drawing/2014/main" id="{18C02893-D790-44E4-8503-E7869EE05B03}"/>
              </a:ext>
            </a:extLst>
          </p:cNvPr>
          <p:cNvSpPr>
            <a:spLocks noGrp="1"/>
          </p:cNvSpPr>
          <p:nvPr>
            <p:ph idx="1"/>
          </p:nvPr>
        </p:nvSpPr>
        <p:spPr>
          <a:xfrm>
            <a:off x="838200" y="1105444"/>
            <a:ext cx="10515600" cy="5452109"/>
          </a:xfrm>
        </p:spPr>
        <p:txBody>
          <a:bodyPr>
            <a:normAutofit/>
          </a:bodyPr>
          <a:lstStyle/>
          <a:p>
            <a:pPr marL="0" indent="0">
              <a:buNone/>
            </a:pPr>
            <a:r>
              <a:rPr lang="en-US" sz="2400" dirty="0">
                <a:latin typeface="Times New Roman" panose="02020603050405020304" pitchFamily="18" charset="0"/>
                <a:cs typeface="Times New Roman" panose="02020603050405020304" pitchFamily="18" charset="0"/>
              </a:rPr>
              <a:t>Displaying Data - You may display data that is passed to your Blade views by wrapping the variable in curly braces. </a:t>
            </a:r>
          </a:p>
          <a:p>
            <a:pPr marL="0" indent="0">
              <a:buNone/>
            </a:pPr>
            <a:r>
              <a:rPr lang="en-US" sz="2400" dirty="0">
                <a:latin typeface="Times New Roman" panose="02020603050405020304" pitchFamily="18" charset="0"/>
                <a:cs typeface="Times New Roman" panose="02020603050405020304" pitchFamily="18" charset="0"/>
              </a:rPr>
              <a:t>Blade's {{ }} echo statements are automatically sent through PHP's </a:t>
            </a:r>
            <a:r>
              <a:rPr lang="en-US" sz="2400" dirty="0" err="1">
                <a:latin typeface="Times New Roman" panose="02020603050405020304" pitchFamily="18" charset="0"/>
                <a:cs typeface="Times New Roman" panose="02020603050405020304" pitchFamily="18" charset="0"/>
              </a:rPr>
              <a:t>htmlspecialchars</a:t>
            </a:r>
            <a:r>
              <a:rPr lang="en-US" sz="2400" dirty="0">
                <a:latin typeface="Times New Roman" panose="02020603050405020304" pitchFamily="18" charset="0"/>
                <a:cs typeface="Times New Roman" panose="02020603050405020304" pitchFamily="18" charset="0"/>
              </a:rPr>
              <a:t> function to prevent XSS attacks.</a:t>
            </a:r>
          </a:p>
          <a:p>
            <a:pPr marL="0" indent="0">
              <a:buNone/>
            </a:pPr>
            <a:r>
              <a:rPr lang="en-US" sz="2400" dirty="0">
                <a:latin typeface="Times New Roman" panose="02020603050405020304" pitchFamily="18" charset="0"/>
                <a:cs typeface="Times New Roman" panose="02020603050405020304" pitchFamily="18" charset="0"/>
              </a:rPr>
              <a:t>Example:- {{$name}}</a:t>
            </a:r>
          </a:p>
          <a:p>
            <a:pPr marL="0" indent="0">
              <a:buNone/>
            </a:pPr>
            <a:endParaRPr lang="en-US" sz="2400" dirty="0">
              <a:latin typeface="Times New Roman" panose="02020603050405020304" pitchFamily="18" charset="0"/>
              <a:cs typeface="Times New Roman" panose="02020603050405020304" pitchFamily="18" charset="0"/>
            </a:endParaRPr>
          </a:p>
          <a:p>
            <a:pPr marL="0" indent="0">
              <a:buNone/>
            </a:pPr>
            <a:r>
              <a:rPr lang="en-US" sz="2400" dirty="0">
                <a:latin typeface="Times New Roman" panose="02020603050405020304" pitchFamily="18" charset="0"/>
                <a:cs typeface="Times New Roman" panose="02020603050405020304" pitchFamily="18" charset="0"/>
              </a:rPr>
              <a:t>Calling Function – You may also echo the results of any PHP function by wrapping the function name in curly braces.</a:t>
            </a:r>
          </a:p>
          <a:p>
            <a:pPr marL="0" indent="0">
              <a:buNone/>
            </a:pPr>
            <a:r>
              <a:rPr lang="en-US" sz="2400" dirty="0">
                <a:latin typeface="Times New Roman" panose="02020603050405020304" pitchFamily="18" charset="0"/>
                <a:cs typeface="Times New Roman" panose="02020603050405020304" pitchFamily="18" charset="0"/>
              </a:rPr>
              <a:t>Example:- {{ time( ) }}</a:t>
            </a:r>
          </a:p>
          <a:p>
            <a:pPr marL="0" indent="0">
              <a:buNone/>
            </a:pPr>
            <a:r>
              <a:rPr lang="en-US" sz="1800" dirty="0">
                <a:latin typeface="Times New Roman" panose="02020603050405020304" pitchFamily="18" charset="0"/>
                <a:cs typeface="Times New Roman" panose="02020603050405020304" pitchFamily="18" charset="0"/>
              </a:rPr>
              <a:t>Note - You can put any PHP code you wish inside of a Blade echo statement.</a:t>
            </a:r>
          </a:p>
        </p:txBody>
      </p:sp>
    </p:spTree>
    <p:extLst>
      <p:ext uri="{BB962C8B-B14F-4D97-AF65-F5344CB8AC3E}">
        <p14:creationId xmlns:p14="http://schemas.microsoft.com/office/powerpoint/2010/main" val="26872363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fade">
                                      <p:cBhvr>
                                        <p:cTn id="22" dur="500"/>
                                        <p:tgtEl>
                                          <p:spTgt spid="3">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Effect transition="in" filter="fade">
                                      <p:cBhvr>
                                        <p:cTn id="27" dur="500"/>
                                        <p:tgtEl>
                                          <p:spTgt spid="3">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6" end="6"/>
                                            </p:txEl>
                                          </p:spTgt>
                                        </p:tgtEl>
                                        <p:attrNameLst>
                                          <p:attrName>style.visibility</p:attrName>
                                        </p:attrNameLst>
                                      </p:cBhvr>
                                      <p:to>
                                        <p:strVal val="visible"/>
                                      </p:to>
                                    </p:set>
                                    <p:animEffect transition="in" filter="fade">
                                      <p:cBhvr>
                                        <p:cTn id="32"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B5B43A-CF77-4279-BD3A-005604DED4E5}"/>
              </a:ext>
            </a:extLst>
          </p:cNvPr>
          <p:cNvSpPr>
            <a:spLocks noGrp="1"/>
          </p:cNvSpPr>
          <p:nvPr>
            <p:ph type="title"/>
          </p:nvPr>
        </p:nvSpPr>
        <p:spPr>
          <a:xfrm>
            <a:off x="838200" y="95794"/>
            <a:ext cx="10515600" cy="1009651"/>
          </a:xfrm>
        </p:spPr>
        <p:txBody>
          <a:bodyPr/>
          <a:lstStyle/>
          <a:p>
            <a:pPr algn="ctr"/>
            <a:r>
              <a:rPr lang="en-US" b="1" u="sng" dirty="0">
                <a:latin typeface="Times New Roman" panose="02020603050405020304" pitchFamily="18" charset="0"/>
                <a:cs typeface="Times New Roman" panose="02020603050405020304" pitchFamily="18" charset="0"/>
              </a:rPr>
              <a:t>Comment</a:t>
            </a:r>
          </a:p>
        </p:txBody>
      </p:sp>
      <p:sp>
        <p:nvSpPr>
          <p:cNvPr id="3" name="Content Placeholder 2">
            <a:extLst>
              <a:ext uri="{FF2B5EF4-FFF2-40B4-BE49-F238E27FC236}">
                <a16:creationId xmlns:a16="http://schemas.microsoft.com/office/drawing/2014/main" id="{18C02893-D790-44E4-8503-E7869EE05B03}"/>
              </a:ext>
            </a:extLst>
          </p:cNvPr>
          <p:cNvSpPr>
            <a:spLocks noGrp="1"/>
          </p:cNvSpPr>
          <p:nvPr>
            <p:ph idx="1"/>
          </p:nvPr>
        </p:nvSpPr>
        <p:spPr>
          <a:xfrm>
            <a:off x="838200" y="1105444"/>
            <a:ext cx="10515600" cy="5452109"/>
          </a:xfrm>
        </p:spPr>
        <p:txBody>
          <a:bodyPr/>
          <a:lstStyle/>
          <a:p>
            <a:pPr marL="0" indent="0">
              <a:buNone/>
            </a:pPr>
            <a:r>
              <a:rPr lang="en-US" sz="2000" dirty="0">
                <a:latin typeface="Times New Roman" panose="02020603050405020304" pitchFamily="18" charset="0"/>
                <a:cs typeface="Times New Roman" panose="02020603050405020304" pitchFamily="18" charset="0"/>
              </a:rPr>
              <a:t>Blade also allows you to define comments in your views. However, unlike HTML comments, Blade comments are not included in the HTML returned by your application.</a:t>
            </a:r>
          </a:p>
          <a:p>
            <a:pPr marL="0" indent="0">
              <a:buNone/>
            </a:pPr>
            <a:r>
              <a:rPr lang="en-US" sz="2000" dirty="0">
                <a:latin typeface="Times New Roman" panose="02020603050405020304" pitchFamily="18" charset="0"/>
                <a:cs typeface="Times New Roman" panose="02020603050405020304" pitchFamily="18" charset="0"/>
              </a:rPr>
              <a:t>{{-- This comment will not be present in the rendered HTML --}}</a:t>
            </a:r>
          </a:p>
        </p:txBody>
      </p:sp>
    </p:spTree>
    <p:extLst>
      <p:ext uri="{BB962C8B-B14F-4D97-AF65-F5344CB8AC3E}">
        <p14:creationId xmlns:p14="http://schemas.microsoft.com/office/powerpoint/2010/main" val="41581887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B5B43A-CF77-4279-BD3A-005604DED4E5}"/>
              </a:ext>
            </a:extLst>
          </p:cNvPr>
          <p:cNvSpPr>
            <a:spLocks noGrp="1"/>
          </p:cNvSpPr>
          <p:nvPr>
            <p:ph type="title"/>
          </p:nvPr>
        </p:nvSpPr>
        <p:spPr>
          <a:xfrm>
            <a:off x="838200" y="95794"/>
            <a:ext cx="10515600" cy="1009651"/>
          </a:xfrm>
        </p:spPr>
        <p:txBody>
          <a:bodyPr/>
          <a:lstStyle/>
          <a:p>
            <a:pPr algn="ctr"/>
            <a:r>
              <a:rPr lang="en-US" b="1" u="sng" dirty="0">
                <a:latin typeface="Times New Roman" panose="02020603050405020304" pitchFamily="18" charset="0"/>
                <a:cs typeface="Times New Roman" panose="02020603050405020304" pitchFamily="18" charset="0"/>
              </a:rPr>
              <a:t>Conditional Directives</a:t>
            </a:r>
          </a:p>
        </p:txBody>
      </p:sp>
      <p:sp>
        <p:nvSpPr>
          <p:cNvPr id="3" name="Content Placeholder 2">
            <a:extLst>
              <a:ext uri="{FF2B5EF4-FFF2-40B4-BE49-F238E27FC236}">
                <a16:creationId xmlns:a16="http://schemas.microsoft.com/office/drawing/2014/main" id="{18C02893-D790-44E4-8503-E7869EE05B03}"/>
              </a:ext>
            </a:extLst>
          </p:cNvPr>
          <p:cNvSpPr>
            <a:spLocks noGrp="1"/>
          </p:cNvSpPr>
          <p:nvPr>
            <p:ph idx="1"/>
          </p:nvPr>
        </p:nvSpPr>
        <p:spPr>
          <a:xfrm>
            <a:off x="838200" y="1105444"/>
            <a:ext cx="4057073" cy="5452109"/>
          </a:xfrm>
        </p:spPr>
        <p:txBody>
          <a:bodyPr>
            <a:normAutofit/>
          </a:bodyPr>
          <a:lstStyle/>
          <a:p>
            <a:r>
              <a:rPr lang="en-US" sz="2400" dirty="0">
                <a:latin typeface="Times New Roman" panose="02020603050405020304" pitchFamily="18" charset="0"/>
                <a:cs typeface="Times New Roman" panose="02020603050405020304" pitchFamily="18" charset="0"/>
              </a:rPr>
              <a:t>If Directive </a:t>
            </a:r>
          </a:p>
          <a:p>
            <a:pPr marL="227013" indent="0">
              <a:buNone/>
            </a:pPr>
            <a:r>
              <a:rPr lang="en-US" sz="2400" dirty="0">
                <a:latin typeface="Times New Roman" panose="02020603050405020304" pitchFamily="18" charset="0"/>
                <a:cs typeface="Times New Roman" panose="02020603050405020304" pitchFamily="18" charset="0"/>
              </a:rPr>
              <a:t>@if (condition)</a:t>
            </a:r>
          </a:p>
          <a:p>
            <a:pPr marL="227013" indent="0">
              <a:buNone/>
            </a:pPr>
            <a:r>
              <a:rPr lang="en-US" sz="2400" dirty="0">
                <a:latin typeface="Times New Roman" panose="02020603050405020304" pitchFamily="18" charset="0"/>
                <a:cs typeface="Times New Roman" panose="02020603050405020304" pitchFamily="18" charset="0"/>
              </a:rPr>
              <a:t>	…………</a:t>
            </a:r>
          </a:p>
          <a:p>
            <a:pPr marL="227013" indent="0">
              <a:buNone/>
            </a:pPr>
            <a:r>
              <a:rPr lang="en-US" sz="2400" dirty="0">
                <a:latin typeface="Times New Roman" panose="02020603050405020304" pitchFamily="18" charset="0"/>
                <a:cs typeface="Times New Roman" panose="02020603050405020304" pitchFamily="18" charset="0"/>
              </a:rPr>
              <a:t>@endif</a:t>
            </a:r>
          </a:p>
          <a:p>
            <a:pPr marL="0" indent="0">
              <a:buNone/>
            </a:pPr>
            <a:endParaRPr lang="en-US"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If.. Else.. Directive</a:t>
            </a:r>
          </a:p>
          <a:p>
            <a:pPr marL="227013" indent="0">
              <a:buNone/>
            </a:pPr>
            <a:r>
              <a:rPr lang="en-US" sz="2400" dirty="0">
                <a:latin typeface="Times New Roman" panose="02020603050405020304" pitchFamily="18" charset="0"/>
                <a:cs typeface="Times New Roman" panose="02020603050405020304" pitchFamily="18" charset="0"/>
              </a:rPr>
              <a:t>@if (condition)</a:t>
            </a:r>
          </a:p>
          <a:p>
            <a:pPr marL="227013" indent="0">
              <a:buNone/>
            </a:pPr>
            <a:r>
              <a:rPr lang="en-US" sz="2400" dirty="0">
                <a:latin typeface="Times New Roman" panose="02020603050405020304" pitchFamily="18" charset="0"/>
                <a:cs typeface="Times New Roman" panose="02020603050405020304" pitchFamily="18" charset="0"/>
              </a:rPr>
              <a:t>	…………</a:t>
            </a:r>
          </a:p>
          <a:p>
            <a:pPr marL="227013" indent="0">
              <a:buNone/>
            </a:pPr>
            <a:r>
              <a:rPr lang="en-US" sz="2400" dirty="0">
                <a:latin typeface="Times New Roman" panose="02020603050405020304" pitchFamily="18" charset="0"/>
                <a:cs typeface="Times New Roman" panose="02020603050405020304" pitchFamily="18" charset="0"/>
              </a:rPr>
              <a:t>@else</a:t>
            </a:r>
          </a:p>
          <a:p>
            <a:pPr marL="227013" indent="0">
              <a:buNone/>
            </a:pPr>
            <a:r>
              <a:rPr lang="en-US" sz="2400" dirty="0">
                <a:latin typeface="Times New Roman" panose="02020603050405020304" pitchFamily="18" charset="0"/>
                <a:cs typeface="Times New Roman" panose="02020603050405020304" pitchFamily="18" charset="0"/>
              </a:rPr>
              <a:t>	…………</a:t>
            </a:r>
          </a:p>
          <a:p>
            <a:pPr marL="227013" indent="0">
              <a:buNone/>
            </a:pPr>
            <a:r>
              <a:rPr lang="en-US" sz="2400" dirty="0">
                <a:latin typeface="Times New Roman" panose="02020603050405020304" pitchFamily="18" charset="0"/>
                <a:cs typeface="Times New Roman" panose="02020603050405020304" pitchFamily="18" charset="0"/>
              </a:rPr>
              <a:t>@endif</a:t>
            </a:r>
          </a:p>
        </p:txBody>
      </p:sp>
      <p:sp>
        <p:nvSpPr>
          <p:cNvPr id="4" name="Content Placeholder 2">
            <a:extLst>
              <a:ext uri="{FF2B5EF4-FFF2-40B4-BE49-F238E27FC236}">
                <a16:creationId xmlns:a16="http://schemas.microsoft.com/office/drawing/2014/main" id="{4083CA3A-E0C2-4EDB-9DB6-606ED4CF85FA}"/>
              </a:ext>
            </a:extLst>
          </p:cNvPr>
          <p:cNvSpPr txBox="1">
            <a:spLocks/>
          </p:cNvSpPr>
          <p:nvPr/>
        </p:nvSpPr>
        <p:spPr>
          <a:xfrm>
            <a:off x="6560126" y="1105443"/>
            <a:ext cx="4057073" cy="5452109"/>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400" dirty="0">
                <a:latin typeface="Times New Roman" panose="02020603050405020304" pitchFamily="18" charset="0"/>
                <a:cs typeface="Times New Roman" panose="02020603050405020304" pitchFamily="18" charset="0"/>
              </a:rPr>
              <a:t>If… elseif… else… Directive</a:t>
            </a:r>
          </a:p>
          <a:p>
            <a:pPr marL="227013" indent="0">
              <a:buNone/>
            </a:pPr>
            <a:r>
              <a:rPr lang="en-US" sz="2400" dirty="0">
                <a:latin typeface="Times New Roman" panose="02020603050405020304" pitchFamily="18" charset="0"/>
                <a:cs typeface="Times New Roman" panose="02020603050405020304" pitchFamily="18" charset="0"/>
              </a:rPr>
              <a:t>@if (condition)</a:t>
            </a:r>
          </a:p>
          <a:p>
            <a:pPr marL="227013" indent="0">
              <a:buNone/>
            </a:pPr>
            <a:r>
              <a:rPr lang="en-US" sz="2400" dirty="0">
                <a:latin typeface="Times New Roman" panose="02020603050405020304" pitchFamily="18" charset="0"/>
                <a:cs typeface="Times New Roman" panose="02020603050405020304" pitchFamily="18" charset="0"/>
              </a:rPr>
              <a:t>	…………</a:t>
            </a:r>
          </a:p>
          <a:p>
            <a:pPr marL="227013" indent="0">
              <a:buNone/>
            </a:pPr>
            <a:r>
              <a:rPr lang="en-US" sz="2400" dirty="0">
                <a:latin typeface="Times New Roman" panose="02020603050405020304" pitchFamily="18" charset="0"/>
                <a:cs typeface="Times New Roman" panose="02020603050405020304" pitchFamily="18" charset="0"/>
              </a:rPr>
              <a:t>@elseif (condition)</a:t>
            </a:r>
          </a:p>
          <a:p>
            <a:pPr marL="227013" indent="0">
              <a:buNone/>
            </a:pPr>
            <a:r>
              <a:rPr lang="en-US" sz="2400" dirty="0">
                <a:latin typeface="Times New Roman" panose="02020603050405020304" pitchFamily="18" charset="0"/>
                <a:cs typeface="Times New Roman" panose="02020603050405020304" pitchFamily="18" charset="0"/>
              </a:rPr>
              <a:t>	…………</a:t>
            </a:r>
          </a:p>
          <a:p>
            <a:pPr marL="227013" indent="0">
              <a:buNone/>
            </a:pPr>
            <a:r>
              <a:rPr lang="en-US" sz="2400" dirty="0">
                <a:latin typeface="Times New Roman" panose="02020603050405020304" pitchFamily="18" charset="0"/>
                <a:cs typeface="Times New Roman" panose="02020603050405020304" pitchFamily="18" charset="0"/>
              </a:rPr>
              <a:t>@else</a:t>
            </a:r>
          </a:p>
          <a:p>
            <a:pPr marL="227013" indent="0">
              <a:buNone/>
            </a:pPr>
            <a:r>
              <a:rPr lang="en-US" sz="2400" dirty="0">
                <a:latin typeface="Times New Roman" panose="02020603050405020304" pitchFamily="18" charset="0"/>
                <a:cs typeface="Times New Roman" panose="02020603050405020304" pitchFamily="18" charset="0"/>
              </a:rPr>
              <a:t>	…………</a:t>
            </a:r>
          </a:p>
          <a:p>
            <a:pPr marL="227013" indent="0">
              <a:buNone/>
            </a:pPr>
            <a:r>
              <a:rPr lang="en-US" sz="2400" dirty="0">
                <a:latin typeface="Times New Roman" panose="02020603050405020304" pitchFamily="18" charset="0"/>
                <a:cs typeface="Times New Roman" panose="02020603050405020304" pitchFamily="18" charset="0"/>
              </a:rPr>
              <a:t>@endif</a:t>
            </a:r>
          </a:p>
        </p:txBody>
      </p:sp>
    </p:spTree>
    <p:extLst>
      <p:ext uri="{BB962C8B-B14F-4D97-AF65-F5344CB8AC3E}">
        <p14:creationId xmlns:p14="http://schemas.microsoft.com/office/powerpoint/2010/main" val="14803899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Effect transition="in" filter="fade">
                                      <p:cBhvr>
                                        <p:cTn id="27" dur="500"/>
                                        <p:tgtEl>
                                          <p:spTgt spid="3">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6" end="6"/>
                                            </p:txEl>
                                          </p:spTgt>
                                        </p:tgtEl>
                                        <p:attrNameLst>
                                          <p:attrName>style.visibility</p:attrName>
                                        </p:attrNameLst>
                                      </p:cBhvr>
                                      <p:to>
                                        <p:strVal val="visible"/>
                                      </p:to>
                                    </p:set>
                                    <p:animEffect transition="in" filter="fade">
                                      <p:cBhvr>
                                        <p:cTn id="32" dur="500"/>
                                        <p:tgtEl>
                                          <p:spTgt spid="3">
                                            <p:txEl>
                                              <p:pRg st="6" end="6"/>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
                                            <p:txEl>
                                              <p:pRg st="7" end="7"/>
                                            </p:txEl>
                                          </p:spTgt>
                                        </p:tgtEl>
                                        <p:attrNameLst>
                                          <p:attrName>style.visibility</p:attrName>
                                        </p:attrNameLst>
                                      </p:cBhvr>
                                      <p:to>
                                        <p:strVal val="visible"/>
                                      </p:to>
                                    </p:set>
                                    <p:animEffect transition="in" filter="fade">
                                      <p:cBhvr>
                                        <p:cTn id="37" dur="500"/>
                                        <p:tgtEl>
                                          <p:spTgt spid="3">
                                            <p:txEl>
                                              <p:pRg st="7" end="7"/>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3">
                                            <p:txEl>
                                              <p:pRg st="8" end="8"/>
                                            </p:txEl>
                                          </p:spTgt>
                                        </p:tgtEl>
                                        <p:attrNameLst>
                                          <p:attrName>style.visibility</p:attrName>
                                        </p:attrNameLst>
                                      </p:cBhvr>
                                      <p:to>
                                        <p:strVal val="visible"/>
                                      </p:to>
                                    </p:set>
                                    <p:animEffect transition="in" filter="fade">
                                      <p:cBhvr>
                                        <p:cTn id="42" dur="500"/>
                                        <p:tgtEl>
                                          <p:spTgt spid="3">
                                            <p:txEl>
                                              <p:pRg st="8" end="8"/>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3">
                                            <p:txEl>
                                              <p:pRg st="9" end="9"/>
                                            </p:txEl>
                                          </p:spTgt>
                                        </p:tgtEl>
                                        <p:attrNameLst>
                                          <p:attrName>style.visibility</p:attrName>
                                        </p:attrNameLst>
                                      </p:cBhvr>
                                      <p:to>
                                        <p:strVal val="visible"/>
                                      </p:to>
                                    </p:set>
                                    <p:animEffect transition="in" filter="fade">
                                      <p:cBhvr>
                                        <p:cTn id="47" dur="500"/>
                                        <p:tgtEl>
                                          <p:spTgt spid="3">
                                            <p:txEl>
                                              <p:pRg st="9" end="9"/>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3">
                                            <p:txEl>
                                              <p:pRg st="10" end="10"/>
                                            </p:txEl>
                                          </p:spTgt>
                                        </p:tgtEl>
                                        <p:attrNameLst>
                                          <p:attrName>style.visibility</p:attrName>
                                        </p:attrNameLst>
                                      </p:cBhvr>
                                      <p:to>
                                        <p:strVal val="visible"/>
                                      </p:to>
                                    </p:set>
                                    <p:animEffect transition="in" filter="fade">
                                      <p:cBhvr>
                                        <p:cTn id="52" dur="500"/>
                                        <p:tgtEl>
                                          <p:spTgt spid="3">
                                            <p:txEl>
                                              <p:pRg st="10" end="10"/>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grpId="0" nodeType="clickEffect">
                                  <p:stCondLst>
                                    <p:cond delay="0"/>
                                  </p:stCondLst>
                                  <p:childTnLst>
                                    <p:set>
                                      <p:cBhvr>
                                        <p:cTn id="56" dur="1" fill="hold">
                                          <p:stCondLst>
                                            <p:cond delay="0"/>
                                          </p:stCondLst>
                                        </p:cTn>
                                        <p:tgtEl>
                                          <p:spTgt spid="4">
                                            <p:txEl>
                                              <p:pRg st="0" end="0"/>
                                            </p:txEl>
                                          </p:spTgt>
                                        </p:tgtEl>
                                        <p:attrNameLst>
                                          <p:attrName>style.visibility</p:attrName>
                                        </p:attrNameLst>
                                      </p:cBhvr>
                                      <p:to>
                                        <p:strVal val="visible"/>
                                      </p:to>
                                    </p:set>
                                    <p:animEffect transition="in" filter="fade">
                                      <p:cBhvr>
                                        <p:cTn id="57" dur="500"/>
                                        <p:tgtEl>
                                          <p:spTgt spid="4">
                                            <p:txEl>
                                              <p:pRg st="0" end="0"/>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grpId="0" nodeType="clickEffect">
                                  <p:stCondLst>
                                    <p:cond delay="0"/>
                                  </p:stCondLst>
                                  <p:childTnLst>
                                    <p:set>
                                      <p:cBhvr>
                                        <p:cTn id="61" dur="1" fill="hold">
                                          <p:stCondLst>
                                            <p:cond delay="0"/>
                                          </p:stCondLst>
                                        </p:cTn>
                                        <p:tgtEl>
                                          <p:spTgt spid="4">
                                            <p:txEl>
                                              <p:pRg st="1" end="1"/>
                                            </p:txEl>
                                          </p:spTgt>
                                        </p:tgtEl>
                                        <p:attrNameLst>
                                          <p:attrName>style.visibility</p:attrName>
                                        </p:attrNameLst>
                                      </p:cBhvr>
                                      <p:to>
                                        <p:strVal val="visible"/>
                                      </p:to>
                                    </p:set>
                                    <p:animEffect transition="in" filter="fade">
                                      <p:cBhvr>
                                        <p:cTn id="62" dur="500"/>
                                        <p:tgtEl>
                                          <p:spTgt spid="4">
                                            <p:txEl>
                                              <p:pRg st="1" end="1"/>
                                            </p:txEl>
                                          </p:spTgt>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grpId="0" nodeType="clickEffect">
                                  <p:stCondLst>
                                    <p:cond delay="0"/>
                                  </p:stCondLst>
                                  <p:childTnLst>
                                    <p:set>
                                      <p:cBhvr>
                                        <p:cTn id="66" dur="1" fill="hold">
                                          <p:stCondLst>
                                            <p:cond delay="0"/>
                                          </p:stCondLst>
                                        </p:cTn>
                                        <p:tgtEl>
                                          <p:spTgt spid="4">
                                            <p:txEl>
                                              <p:pRg st="2" end="2"/>
                                            </p:txEl>
                                          </p:spTgt>
                                        </p:tgtEl>
                                        <p:attrNameLst>
                                          <p:attrName>style.visibility</p:attrName>
                                        </p:attrNameLst>
                                      </p:cBhvr>
                                      <p:to>
                                        <p:strVal val="visible"/>
                                      </p:to>
                                    </p:set>
                                    <p:animEffect transition="in" filter="fade">
                                      <p:cBhvr>
                                        <p:cTn id="67" dur="500"/>
                                        <p:tgtEl>
                                          <p:spTgt spid="4">
                                            <p:txEl>
                                              <p:pRg st="2" end="2"/>
                                            </p:txEl>
                                          </p:spTgt>
                                        </p:tgtEl>
                                      </p:cBhvr>
                                    </p:animEffect>
                                  </p:childTnLst>
                                </p:cTn>
                              </p:par>
                            </p:childTnLst>
                          </p:cTn>
                        </p:par>
                      </p:childTnLst>
                    </p:cTn>
                  </p:par>
                  <p:par>
                    <p:cTn id="68" fill="hold">
                      <p:stCondLst>
                        <p:cond delay="indefinite"/>
                      </p:stCondLst>
                      <p:childTnLst>
                        <p:par>
                          <p:cTn id="69" fill="hold">
                            <p:stCondLst>
                              <p:cond delay="0"/>
                            </p:stCondLst>
                            <p:childTnLst>
                              <p:par>
                                <p:cTn id="70" presetID="10" presetClass="entr" presetSubtype="0" fill="hold" grpId="0" nodeType="clickEffect">
                                  <p:stCondLst>
                                    <p:cond delay="0"/>
                                  </p:stCondLst>
                                  <p:childTnLst>
                                    <p:set>
                                      <p:cBhvr>
                                        <p:cTn id="71" dur="1" fill="hold">
                                          <p:stCondLst>
                                            <p:cond delay="0"/>
                                          </p:stCondLst>
                                        </p:cTn>
                                        <p:tgtEl>
                                          <p:spTgt spid="4">
                                            <p:txEl>
                                              <p:pRg st="3" end="3"/>
                                            </p:txEl>
                                          </p:spTgt>
                                        </p:tgtEl>
                                        <p:attrNameLst>
                                          <p:attrName>style.visibility</p:attrName>
                                        </p:attrNameLst>
                                      </p:cBhvr>
                                      <p:to>
                                        <p:strVal val="visible"/>
                                      </p:to>
                                    </p:set>
                                    <p:animEffect transition="in" filter="fade">
                                      <p:cBhvr>
                                        <p:cTn id="72" dur="500"/>
                                        <p:tgtEl>
                                          <p:spTgt spid="4">
                                            <p:txEl>
                                              <p:pRg st="3" end="3"/>
                                            </p:txEl>
                                          </p:spTgt>
                                        </p:tgtEl>
                                      </p:cBhvr>
                                    </p:animEffect>
                                  </p:childTnLst>
                                </p:cTn>
                              </p:par>
                            </p:childTnLst>
                          </p:cTn>
                        </p:par>
                      </p:childTnLst>
                    </p:cTn>
                  </p:par>
                  <p:par>
                    <p:cTn id="73" fill="hold">
                      <p:stCondLst>
                        <p:cond delay="indefinite"/>
                      </p:stCondLst>
                      <p:childTnLst>
                        <p:par>
                          <p:cTn id="74" fill="hold">
                            <p:stCondLst>
                              <p:cond delay="0"/>
                            </p:stCondLst>
                            <p:childTnLst>
                              <p:par>
                                <p:cTn id="75" presetID="10" presetClass="entr" presetSubtype="0" fill="hold" grpId="0" nodeType="clickEffect">
                                  <p:stCondLst>
                                    <p:cond delay="0"/>
                                  </p:stCondLst>
                                  <p:childTnLst>
                                    <p:set>
                                      <p:cBhvr>
                                        <p:cTn id="76" dur="1" fill="hold">
                                          <p:stCondLst>
                                            <p:cond delay="0"/>
                                          </p:stCondLst>
                                        </p:cTn>
                                        <p:tgtEl>
                                          <p:spTgt spid="4">
                                            <p:txEl>
                                              <p:pRg st="4" end="4"/>
                                            </p:txEl>
                                          </p:spTgt>
                                        </p:tgtEl>
                                        <p:attrNameLst>
                                          <p:attrName>style.visibility</p:attrName>
                                        </p:attrNameLst>
                                      </p:cBhvr>
                                      <p:to>
                                        <p:strVal val="visible"/>
                                      </p:to>
                                    </p:set>
                                    <p:animEffect transition="in" filter="fade">
                                      <p:cBhvr>
                                        <p:cTn id="77" dur="500"/>
                                        <p:tgtEl>
                                          <p:spTgt spid="4">
                                            <p:txEl>
                                              <p:pRg st="4" end="4"/>
                                            </p:txEl>
                                          </p:spTgt>
                                        </p:tgtEl>
                                      </p:cBhvr>
                                    </p:animEffect>
                                  </p:childTnLst>
                                </p:cTn>
                              </p:par>
                            </p:childTnLst>
                          </p:cTn>
                        </p:par>
                      </p:childTnLst>
                    </p:cTn>
                  </p:par>
                  <p:par>
                    <p:cTn id="78" fill="hold">
                      <p:stCondLst>
                        <p:cond delay="indefinite"/>
                      </p:stCondLst>
                      <p:childTnLst>
                        <p:par>
                          <p:cTn id="79" fill="hold">
                            <p:stCondLst>
                              <p:cond delay="0"/>
                            </p:stCondLst>
                            <p:childTnLst>
                              <p:par>
                                <p:cTn id="80" presetID="10" presetClass="entr" presetSubtype="0" fill="hold" grpId="0" nodeType="clickEffect">
                                  <p:stCondLst>
                                    <p:cond delay="0"/>
                                  </p:stCondLst>
                                  <p:childTnLst>
                                    <p:set>
                                      <p:cBhvr>
                                        <p:cTn id="81" dur="1" fill="hold">
                                          <p:stCondLst>
                                            <p:cond delay="0"/>
                                          </p:stCondLst>
                                        </p:cTn>
                                        <p:tgtEl>
                                          <p:spTgt spid="4">
                                            <p:txEl>
                                              <p:pRg st="5" end="5"/>
                                            </p:txEl>
                                          </p:spTgt>
                                        </p:tgtEl>
                                        <p:attrNameLst>
                                          <p:attrName>style.visibility</p:attrName>
                                        </p:attrNameLst>
                                      </p:cBhvr>
                                      <p:to>
                                        <p:strVal val="visible"/>
                                      </p:to>
                                    </p:set>
                                    <p:animEffect transition="in" filter="fade">
                                      <p:cBhvr>
                                        <p:cTn id="82" dur="500"/>
                                        <p:tgtEl>
                                          <p:spTgt spid="4">
                                            <p:txEl>
                                              <p:pRg st="5" end="5"/>
                                            </p:txEl>
                                          </p:spTgt>
                                        </p:tgtEl>
                                      </p:cBhvr>
                                    </p:animEffect>
                                  </p:childTnLst>
                                </p:cTn>
                              </p:par>
                            </p:childTnLst>
                          </p:cTn>
                        </p:par>
                      </p:childTnLst>
                    </p:cTn>
                  </p:par>
                  <p:par>
                    <p:cTn id="83" fill="hold">
                      <p:stCondLst>
                        <p:cond delay="indefinite"/>
                      </p:stCondLst>
                      <p:childTnLst>
                        <p:par>
                          <p:cTn id="84" fill="hold">
                            <p:stCondLst>
                              <p:cond delay="0"/>
                            </p:stCondLst>
                            <p:childTnLst>
                              <p:par>
                                <p:cTn id="85" presetID="10" presetClass="entr" presetSubtype="0" fill="hold" grpId="0" nodeType="clickEffect">
                                  <p:stCondLst>
                                    <p:cond delay="0"/>
                                  </p:stCondLst>
                                  <p:childTnLst>
                                    <p:set>
                                      <p:cBhvr>
                                        <p:cTn id="86" dur="1" fill="hold">
                                          <p:stCondLst>
                                            <p:cond delay="0"/>
                                          </p:stCondLst>
                                        </p:cTn>
                                        <p:tgtEl>
                                          <p:spTgt spid="4">
                                            <p:txEl>
                                              <p:pRg st="6" end="6"/>
                                            </p:txEl>
                                          </p:spTgt>
                                        </p:tgtEl>
                                        <p:attrNameLst>
                                          <p:attrName>style.visibility</p:attrName>
                                        </p:attrNameLst>
                                      </p:cBhvr>
                                      <p:to>
                                        <p:strVal val="visible"/>
                                      </p:to>
                                    </p:set>
                                    <p:animEffect transition="in" filter="fade">
                                      <p:cBhvr>
                                        <p:cTn id="87" dur="500"/>
                                        <p:tgtEl>
                                          <p:spTgt spid="4">
                                            <p:txEl>
                                              <p:pRg st="6" end="6"/>
                                            </p:txEl>
                                          </p:spTgt>
                                        </p:tgtEl>
                                      </p:cBhvr>
                                    </p:animEffect>
                                  </p:childTnLst>
                                </p:cTn>
                              </p:par>
                            </p:childTnLst>
                          </p:cTn>
                        </p:par>
                      </p:childTnLst>
                    </p:cTn>
                  </p:par>
                  <p:par>
                    <p:cTn id="88" fill="hold">
                      <p:stCondLst>
                        <p:cond delay="indefinite"/>
                      </p:stCondLst>
                      <p:childTnLst>
                        <p:par>
                          <p:cTn id="89" fill="hold">
                            <p:stCondLst>
                              <p:cond delay="0"/>
                            </p:stCondLst>
                            <p:childTnLst>
                              <p:par>
                                <p:cTn id="90" presetID="10" presetClass="entr" presetSubtype="0" fill="hold" grpId="0" nodeType="clickEffect">
                                  <p:stCondLst>
                                    <p:cond delay="0"/>
                                  </p:stCondLst>
                                  <p:childTnLst>
                                    <p:set>
                                      <p:cBhvr>
                                        <p:cTn id="91" dur="1" fill="hold">
                                          <p:stCondLst>
                                            <p:cond delay="0"/>
                                          </p:stCondLst>
                                        </p:cTn>
                                        <p:tgtEl>
                                          <p:spTgt spid="4">
                                            <p:txEl>
                                              <p:pRg st="7" end="7"/>
                                            </p:txEl>
                                          </p:spTgt>
                                        </p:tgtEl>
                                        <p:attrNameLst>
                                          <p:attrName>style.visibility</p:attrName>
                                        </p:attrNameLst>
                                      </p:cBhvr>
                                      <p:to>
                                        <p:strVal val="visible"/>
                                      </p:to>
                                    </p:set>
                                    <p:animEffect transition="in" filter="fade">
                                      <p:cBhvr>
                                        <p:cTn id="92" dur="500"/>
                                        <p:tgtEl>
                                          <p:spTgt spid="4">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build="p" bldLvl="5"/>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B5B43A-CF77-4279-BD3A-005604DED4E5}"/>
              </a:ext>
            </a:extLst>
          </p:cNvPr>
          <p:cNvSpPr>
            <a:spLocks noGrp="1"/>
          </p:cNvSpPr>
          <p:nvPr>
            <p:ph type="title"/>
          </p:nvPr>
        </p:nvSpPr>
        <p:spPr>
          <a:xfrm>
            <a:off x="838200" y="95794"/>
            <a:ext cx="10515600" cy="1009651"/>
          </a:xfrm>
        </p:spPr>
        <p:txBody>
          <a:bodyPr/>
          <a:lstStyle/>
          <a:p>
            <a:pPr algn="ctr"/>
            <a:r>
              <a:rPr lang="en-US" b="1" u="sng" dirty="0">
                <a:latin typeface="Times New Roman" panose="02020603050405020304" pitchFamily="18" charset="0"/>
                <a:cs typeface="Times New Roman" panose="02020603050405020304" pitchFamily="18" charset="0"/>
              </a:rPr>
              <a:t>Conditional Directives</a:t>
            </a:r>
          </a:p>
        </p:txBody>
      </p:sp>
      <p:sp>
        <p:nvSpPr>
          <p:cNvPr id="3" name="Content Placeholder 2">
            <a:extLst>
              <a:ext uri="{FF2B5EF4-FFF2-40B4-BE49-F238E27FC236}">
                <a16:creationId xmlns:a16="http://schemas.microsoft.com/office/drawing/2014/main" id="{18C02893-D790-44E4-8503-E7869EE05B03}"/>
              </a:ext>
            </a:extLst>
          </p:cNvPr>
          <p:cNvSpPr>
            <a:spLocks noGrp="1"/>
          </p:cNvSpPr>
          <p:nvPr>
            <p:ph idx="1"/>
          </p:nvPr>
        </p:nvSpPr>
        <p:spPr>
          <a:xfrm>
            <a:off x="838200" y="1105444"/>
            <a:ext cx="4057073" cy="5452109"/>
          </a:xfrm>
        </p:spPr>
        <p:txBody>
          <a:bodyPr>
            <a:normAutofit/>
          </a:bodyPr>
          <a:lstStyle/>
          <a:p>
            <a:r>
              <a:rPr lang="en-US" sz="2400" dirty="0">
                <a:latin typeface="Times New Roman" panose="02020603050405020304" pitchFamily="18" charset="0"/>
                <a:cs typeface="Times New Roman" panose="02020603050405020304" pitchFamily="18" charset="0"/>
              </a:rPr>
              <a:t>Unless Directive</a:t>
            </a:r>
          </a:p>
          <a:p>
            <a:pPr marL="227013" indent="0">
              <a:buNone/>
            </a:pPr>
            <a:r>
              <a:rPr lang="en-US" sz="2400" dirty="0">
                <a:latin typeface="Times New Roman" panose="02020603050405020304" pitchFamily="18" charset="0"/>
                <a:cs typeface="Times New Roman" panose="02020603050405020304" pitchFamily="18" charset="0"/>
              </a:rPr>
              <a:t>@unless (condition)</a:t>
            </a:r>
          </a:p>
          <a:p>
            <a:pPr marL="227013" indent="0">
              <a:buNone/>
            </a:pPr>
            <a:r>
              <a:rPr lang="en-US" sz="2400" dirty="0">
                <a:latin typeface="Times New Roman" panose="02020603050405020304" pitchFamily="18" charset="0"/>
                <a:cs typeface="Times New Roman" panose="02020603050405020304" pitchFamily="18" charset="0"/>
              </a:rPr>
              <a:t>	…………</a:t>
            </a:r>
          </a:p>
          <a:p>
            <a:pPr marL="227013" indent="0">
              <a:buNone/>
            </a:pPr>
            <a:r>
              <a:rPr lang="en-US" sz="2400" dirty="0">
                <a:latin typeface="Times New Roman" panose="02020603050405020304" pitchFamily="18" charset="0"/>
                <a:cs typeface="Times New Roman" panose="02020603050405020304" pitchFamily="18" charset="0"/>
              </a:rPr>
              <a:t>@</a:t>
            </a:r>
            <a:r>
              <a:rPr lang="en-US" sz="2400" dirty="0" err="1">
                <a:latin typeface="Times New Roman" panose="02020603050405020304" pitchFamily="18" charset="0"/>
                <a:cs typeface="Times New Roman" panose="02020603050405020304" pitchFamily="18" charset="0"/>
              </a:rPr>
              <a:t>endunless</a:t>
            </a:r>
            <a:endParaRPr lang="en-US" sz="2400" dirty="0">
              <a:latin typeface="Times New Roman" panose="02020603050405020304" pitchFamily="18" charset="0"/>
              <a:cs typeface="Times New Roman" panose="02020603050405020304" pitchFamily="18" charset="0"/>
            </a:endParaRPr>
          </a:p>
          <a:p>
            <a:pPr marL="0" indent="0">
              <a:buNone/>
            </a:pPr>
            <a:endParaRPr lang="en-US" sz="2400" dirty="0">
              <a:latin typeface="Times New Roman" panose="02020603050405020304" pitchFamily="18" charset="0"/>
              <a:cs typeface="Times New Roman" panose="02020603050405020304" pitchFamily="18" charset="0"/>
            </a:endParaRPr>
          </a:p>
          <a:p>
            <a:r>
              <a:rPr lang="en-US" sz="2400" dirty="0" err="1">
                <a:latin typeface="Times New Roman" panose="02020603050405020304" pitchFamily="18" charset="0"/>
                <a:cs typeface="Times New Roman" panose="02020603050405020304" pitchFamily="18" charset="0"/>
              </a:rPr>
              <a:t>Iseset</a:t>
            </a:r>
            <a:r>
              <a:rPr lang="en-US" sz="2400" dirty="0">
                <a:latin typeface="Times New Roman" panose="02020603050405020304" pitchFamily="18" charset="0"/>
                <a:cs typeface="Times New Roman" panose="02020603050405020304" pitchFamily="18" charset="0"/>
              </a:rPr>
              <a:t> Directive</a:t>
            </a:r>
          </a:p>
          <a:p>
            <a:pPr marL="227013" indent="0">
              <a:buNone/>
            </a:pPr>
            <a:r>
              <a:rPr lang="en-US" sz="2400" dirty="0">
                <a:latin typeface="Times New Roman" panose="02020603050405020304" pitchFamily="18" charset="0"/>
                <a:cs typeface="Times New Roman" panose="02020603050405020304" pitchFamily="18" charset="0"/>
              </a:rPr>
              <a:t>@</a:t>
            </a:r>
            <a:r>
              <a:rPr lang="en-US" sz="2400" dirty="0" err="1">
                <a:latin typeface="Times New Roman" panose="02020603050405020304" pitchFamily="18" charset="0"/>
                <a:cs typeface="Times New Roman" panose="02020603050405020304" pitchFamily="18" charset="0"/>
              </a:rPr>
              <a:t>isset</a:t>
            </a:r>
            <a:r>
              <a:rPr lang="en-US" sz="2400" dirty="0">
                <a:latin typeface="Times New Roman" panose="02020603050405020304" pitchFamily="18" charset="0"/>
                <a:cs typeface="Times New Roman" panose="02020603050405020304" pitchFamily="18" charset="0"/>
              </a:rPr>
              <a:t> (var)</a:t>
            </a:r>
          </a:p>
          <a:p>
            <a:pPr marL="227013" indent="0">
              <a:buNone/>
            </a:pPr>
            <a:r>
              <a:rPr lang="en-US" sz="2400" dirty="0">
                <a:latin typeface="Times New Roman" panose="02020603050405020304" pitchFamily="18" charset="0"/>
                <a:cs typeface="Times New Roman" panose="02020603050405020304" pitchFamily="18" charset="0"/>
              </a:rPr>
              <a:t>	…………</a:t>
            </a:r>
          </a:p>
          <a:p>
            <a:pPr marL="227013" indent="0">
              <a:buNone/>
            </a:pPr>
            <a:r>
              <a:rPr lang="en-US" sz="2400" dirty="0">
                <a:latin typeface="Times New Roman" panose="02020603050405020304" pitchFamily="18" charset="0"/>
                <a:cs typeface="Times New Roman" panose="02020603050405020304" pitchFamily="18" charset="0"/>
              </a:rPr>
              <a:t>@</a:t>
            </a:r>
            <a:r>
              <a:rPr lang="en-US" sz="2400" dirty="0" err="1">
                <a:latin typeface="Times New Roman" panose="02020603050405020304" pitchFamily="18" charset="0"/>
                <a:cs typeface="Times New Roman" panose="02020603050405020304" pitchFamily="18" charset="0"/>
              </a:rPr>
              <a:t>endisset</a:t>
            </a:r>
            <a:endParaRPr lang="en-US" sz="2400" dirty="0">
              <a:latin typeface="Times New Roman" panose="02020603050405020304" pitchFamily="18" charset="0"/>
              <a:cs typeface="Times New Roman" panose="02020603050405020304" pitchFamily="18" charset="0"/>
            </a:endParaRPr>
          </a:p>
        </p:txBody>
      </p:sp>
      <p:sp>
        <p:nvSpPr>
          <p:cNvPr id="4" name="Content Placeholder 2">
            <a:extLst>
              <a:ext uri="{FF2B5EF4-FFF2-40B4-BE49-F238E27FC236}">
                <a16:creationId xmlns:a16="http://schemas.microsoft.com/office/drawing/2014/main" id="{4083CA3A-E0C2-4EDB-9DB6-606ED4CF85FA}"/>
              </a:ext>
            </a:extLst>
          </p:cNvPr>
          <p:cNvSpPr txBox="1">
            <a:spLocks/>
          </p:cNvSpPr>
          <p:nvPr/>
        </p:nvSpPr>
        <p:spPr>
          <a:xfrm>
            <a:off x="6661727" y="1105443"/>
            <a:ext cx="4057073" cy="5452109"/>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400" dirty="0">
                <a:latin typeface="Times New Roman" panose="02020603050405020304" pitchFamily="18" charset="0"/>
                <a:cs typeface="Times New Roman" panose="02020603050405020304" pitchFamily="18" charset="0"/>
              </a:rPr>
              <a:t>Empty Directive</a:t>
            </a:r>
          </a:p>
          <a:p>
            <a:pPr marL="227013" indent="0">
              <a:buNone/>
            </a:pPr>
            <a:r>
              <a:rPr lang="en-US" sz="2400" dirty="0">
                <a:latin typeface="Times New Roman" panose="02020603050405020304" pitchFamily="18" charset="0"/>
                <a:cs typeface="Times New Roman" panose="02020603050405020304" pitchFamily="18" charset="0"/>
              </a:rPr>
              <a:t>@empty (var)</a:t>
            </a:r>
          </a:p>
          <a:p>
            <a:pPr marL="227013" indent="0">
              <a:buNone/>
            </a:pPr>
            <a:r>
              <a:rPr lang="en-US" sz="2400" dirty="0">
                <a:latin typeface="Times New Roman" panose="02020603050405020304" pitchFamily="18" charset="0"/>
                <a:cs typeface="Times New Roman" panose="02020603050405020304" pitchFamily="18" charset="0"/>
              </a:rPr>
              <a:t>	…………</a:t>
            </a:r>
          </a:p>
          <a:p>
            <a:pPr marL="227013" indent="0">
              <a:buNone/>
            </a:pPr>
            <a:r>
              <a:rPr lang="en-US" sz="2400" dirty="0">
                <a:latin typeface="Times New Roman" panose="02020603050405020304" pitchFamily="18" charset="0"/>
                <a:cs typeface="Times New Roman" panose="02020603050405020304" pitchFamily="18" charset="0"/>
              </a:rPr>
              <a:t>@</a:t>
            </a:r>
            <a:r>
              <a:rPr lang="en-US" sz="2400" dirty="0" err="1">
                <a:latin typeface="Times New Roman" panose="02020603050405020304" pitchFamily="18" charset="0"/>
                <a:cs typeface="Times New Roman" panose="02020603050405020304" pitchFamily="18" charset="0"/>
              </a:rPr>
              <a:t>endempty</a:t>
            </a:r>
            <a:endParaRPr lang="en-US" sz="2400" dirty="0">
              <a:latin typeface="Times New Roman" panose="02020603050405020304" pitchFamily="18" charset="0"/>
              <a:cs typeface="Times New Roman" panose="02020603050405020304" pitchFamily="18" charset="0"/>
            </a:endParaRPr>
          </a:p>
          <a:p>
            <a:pPr marL="227013" indent="0">
              <a:buNone/>
            </a:pP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148478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Effect transition="in" filter="fade">
                                      <p:cBhvr>
                                        <p:cTn id="27" dur="500"/>
                                        <p:tgtEl>
                                          <p:spTgt spid="3">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6" end="6"/>
                                            </p:txEl>
                                          </p:spTgt>
                                        </p:tgtEl>
                                        <p:attrNameLst>
                                          <p:attrName>style.visibility</p:attrName>
                                        </p:attrNameLst>
                                      </p:cBhvr>
                                      <p:to>
                                        <p:strVal val="visible"/>
                                      </p:to>
                                    </p:set>
                                    <p:animEffect transition="in" filter="fade">
                                      <p:cBhvr>
                                        <p:cTn id="32" dur="500"/>
                                        <p:tgtEl>
                                          <p:spTgt spid="3">
                                            <p:txEl>
                                              <p:pRg st="6" end="6"/>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
                                            <p:txEl>
                                              <p:pRg st="7" end="7"/>
                                            </p:txEl>
                                          </p:spTgt>
                                        </p:tgtEl>
                                        <p:attrNameLst>
                                          <p:attrName>style.visibility</p:attrName>
                                        </p:attrNameLst>
                                      </p:cBhvr>
                                      <p:to>
                                        <p:strVal val="visible"/>
                                      </p:to>
                                    </p:set>
                                    <p:animEffect transition="in" filter="fade">
                                      <p:cBhvr>
                                        <p:cTn id="37" dur="500"/>
                                        <p:tgtEl>
                                          <p:spTgt spid="3">
                                            <p:txEl>
                                              <p:pRg st="7" end="7"/>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3">
                                            <p:txEl>
                                              <p:pRg st="8" end="8"/>
                                            </p:txEl>
                                          </p:spTgt>
                                        </p:tgtEl>
                                        <p:attrNameLst>
                                          <p:attrName>style.visibility</p:attrName>
                                        </p:attrNameLst>
                                      </p:cBhvr>
                                      <p:to>
                                        <p:strVal val="visible"/>
                                      </p:to>
                                    </p:set>
                                    <p:animEffect transition="in" filter="fade">
                                      <p:cBhvr>
                                        <p:cTn id="42" dur="500"/>
                                        <p:tgtEl>
                                          <p:spTgt spid="3">
                                            <p:txEl>
                                              <p:pRg st="8" end="8"/>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4">
                                            <p:txEl>
                                              <p:pRg st="0" end="0"/>
                                            </p:txEl>
                                          </p:spTgt>
                                        </p:tgtEl>
                                        <p:attrNameLst>
                                          <p:attrName>style.visibility</p:attrName>
                                        </p:attrNameLst>
                                      </p:cBhvr>
                                      <p:to>
                                        <p:strVal val="visible"/>
                                      </p:to>
                                    </p:set>
                                    <p:animEffect transition="in" filter="fade">
                                      <p:cBhvr>
                                        <p:cTn id="47" dur="500"/>
                                        <p:tgtEl>
                                          <p:spTgt spid="4">
                                            <p:txEl>
                                              <p:pRg st="0" end="0"/>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4">
                                            <p:txEl>
                                              <p:pRg st="1" end="1"/>
                                            </p:txEl>
                                          </p:spTgt>
                                        </p:tgtEl>
                                        <p:attrNameLst>
                                          <p:attrName>style.visibility</p:attrName>
                                        </p:attrNameLst>
                                      </p:cBhvr>
                                      <p:to>
                                        <p:strVal val="visible"/>
                                      </p:to>
                                    </p:set>
                                    <p:animEffect transition="in" filter="fade">
                                      <p:cBhvr>
                                        <p:cTn id="52" dur="500"/>
                                        <p:tgtEl>
                                          <p:spTgt spid="4">
                                            <p:txEl>
                                              <p:pRg st="1" end="1"/>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grpId="0" nodeType="clickEffect">
                                  <p:stCondLst>
                                    <p:cond delay="0"/>
                                  </p:stCondLst>
                                  <p:childTnLst>
                                    <p:set>
                                      <p:cBhvr>
                                        <p:cTn id="56" dur="1" fill="hold">
                                          <p:stCondLst>
                                            <p:cond delay="0"/>
                                          </p:stCondLst>
                                        </p:cTn>
                                        <p:tgtEl>
                                          <p:spTgt spid="4">
                                            <p:txEl>
                                              <p:pRg st="2" end="2"/>
                                            </p:txEl>
                                          </p:spTgt>
                                        </p:tgtEl>
                                        <p:attrNameLst>
                                          <p:attrName>style.visibility</p:attrName>
                                        </p:attrNameLst>
                                      </p:cBhvr>
                                      <p:to>
                                        <p:strVal val="visible"/>
                                      </p:to>
                                    </p:set>
                                    <p:animEffect transition="in" filter="fade">
                                      <p:cBhvr>
                                        <p:cTn id="57" dur="500"/>
                                        <p:tgtEl>
                                          <p:spTgt spid="4">
                                            <p:txEl>
                                              <p:pRg st="2" end="2"/>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grpId="0" nodeType="clickEffect">
                                  <p:stCondLst>
                                    <p:cond delay="0"/>
                                  </p:stCondLst>
                                  <p:childTnLst>
                                    <p:set>
                                      <p:cBhvr>
                                        <p:cTn id="61" dur="1" fill="hold">
                                          <p:stCondLst>
                                            <p:cond delay="0"/>
                                          </p:stCondLst>
                                        </p:cTn>
                                        <p:tgtEl>
                                          <p:spTgt spid="4">
                                            <p:txEl>
                                              <p:pRg st="3" end="3"/>
                                            </p:txEl>
                                          </p:spTgt>
                                        </p:tgtEl>
                                        <p:attrNameLst>
                                          <p:attrName>style.visibility</p:attrName>
                                        </p:attrNameLst>
                                      </p:cBhvr>
                                      <p:to>
                                        <p:strVal val="visible"/>
                                      </p:to>
                                    </p:set>
                                    <p:animEffect transition="in" filter="fade">
                                      <p:cBhvr>
                                        <p:cTn id="62" dur="500"/>
                                        <p:tgtEl>
                                          <p:spTgt spid="4">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build="p" bldLvl="5"/>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B5B43A-CF77-4279-BD3A-005604DED4E5}"/>
              </a:ext>
            </a:extLst>
          </p:cNvPr>
          <p:cNvSpPr>
            <a:spLocks noGrp="1"/>
          </p:cNvSpPr>
          <p:nvPr>
            <p:ph type="title"/>
          </p:nvPr>
        </p:nvSpPr>
        <p:spPr>
          <a:xfrm>
            <a:off x="838200" y="95794"/>
            <a:ext cx="10515600" cy="1009651"/>
          </a:xfrm>
        </p:spPr>
        <p:txBody>
          <a:bodyPr>
            <a:normAutofit/>
          </a:bodyPr>
          <a:lstStyle/>
          <a:p>
            <a:pPr algn="ctr"/>
            <a:r>
              <a:rPr lang="en-US" b="1" u="sng" dirty="0">
                <a:latin typeface="Times New Roman" panose="02020603050405020304" pitchFamily="18" charset="0"/>
                <a:cs typeface="Times New Roman" panose="02020603050405020304" pitchFamily="18" charset="0"/>
              </a:rPr>
              <a:t>Authentication Directives</a:t>
            </a:r>
          </a:p>
        </p:txBody>
      </p:sp>
      <p:sp>
        <p:nvSpPr>
          <p:cNvPr id="3" name="Content Placeholder 2">
            <a:extLst>
              <a:ext uri="{FF2B5EF4-FFF2-40B4-BE49-F238E27FC236}">
                <a16:creationId xmlns:a16="http://schemas.microsoft.com/office/drawing/2014/main" id="{18C02893-D790-44E4-8503-E7869EE05B03}"/>
              </a:ext>
            </a:extLst>
          </p:cNvPr>
          <p:cNvSpPr>
            <a:spLocks noGrp="1"/>
          </p:cNvSpPr>
          <p:nvPr>
            <p:ph idx="1"/>
          </p:nvPr>
        </p:nvSpPr>
        <p:spPr>
          <a:xfrm>
            <a:off x="838200" y="1105444"/>
            <a:ext cx="4602018" cy="5452109"/>
          </a:xfrm>
        </p:spPr>
        <p:txBody>
          <a:bodyPr>
            <a:normAutofit/>
          </a:bodyPr>
          <a:lstStyle/>
          <a:p>
            <a:r>
              <a:rPr lang="en-US" sz="2400" dirty="0">
                <a:latin typeface="Times New Roman" panose="02020603050405020304" pitchFamily="18" charset="0"/>
                <a:cs typeface="Times New Roman" panose="02020603050405020304" pitchFamily="18" charset="0"/>
              </a:rPr>
              <a:t>Auth Directive </a:t>
            </a:r>
          </a:p>
          <a:p>
            <a:pPr marL="227013" indent="0">
              <a:buNone/>
            </a:pPr>
            <a:r>
              <a:rPr lang="en-US" sz="2400" dirty="0">
                <a:latin typeface="Times New Roman" panose="02020603050405020304" pitchFamily="18" charset="0"/>
                <a:cs typeface="Times New Roman" panose="02020603050405020304" pitchFamily="18" charset="0"/>
              </a:rPr>
              <a:t>@auth</a:t>
            </a:r>
          </a:p>
          <a:p>
            <a:pPr marL="227013" indent="0">
              <a:buNone/>
            </a:pPr>
            <a:r>
              <a:rPr lang="en-US" sz="2400" dirty="0">
                <a:latin typeface="Times New Roman" panose="02020603050405020304" pitchFamily="18" charset="0"/>
                <a:cs typeface="Times New Roman" panose="02020603050405020304" pitchFamily="18" charset="0"/>
              </a:rPr>
              <a:t>	// User is authenticated</a:t>
            </a:r>
          </a:p>
          <a:p>
            <a:pPr marL="227013" indent="0">
              <a:buNone/>
            </a:pPr>
            <a:r>
              <a:rPr lang="en-US" sz="2400" dirty="0">
                <a:latin typeface="Times New Roman" panose="02020603050405020304" pitchFamily="18" charset="0"/>
                <a:cs typeface="Times New Roman" panose="02020603050405020304" pitchFamily="18" charset="0"/>
              </a:rPr>
              <a:t>@endif</a:t>
            </a:r>
          </a:p>
          <a:p>
            <a:pPr marL="0" indent="0">
              <a:buNone/>
            </a:pPr>
            <a:endParaRPr lang="en-US"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Guest Directive</a:t>
            </a:r>
          </a:p>
          <a:p>
            <a:pPr marL="227013" indent="0">
              <a:buNone/>
            </a:pPr>
            <a:r>
              <a:rPr lang="en-US" sz="2400" dirty="0">
                <a:latin typeface="Times New Roman" panose="02020603050405020304" pitchFamily="18" charset="0"/>
                <a:cs typeface="Times New Roman" panose="02020603050405020304" pitchFamily="18" charset="0"/>
              </a:rPr>
              <a:t>@guest</a:t>
            </a:r>
          </a:p>
          <a:p>
            <a:pPr marL="227013" indent="0">
              <a:buNone/>
            </a:pPr>
            <a:r>
              <a:rPr lang="en-US" sz="2400" dirty="0">
                <a:latin typeface="Times New Roman" panose="02020603050405020304" pitchFamily="18" charset="0"/>
                <a:cs typeface="Times New Roman" panose="02020603050405020304" pitchFamily="18" charset="0"/>
              </a:rPr>
              <a:t>	// User is not authenticated</a:t>
            </a:r>
          </a:p>
          <a:p>
            <a:pPr marL="227013" indent="0">
              <a:buNone/>
            </a:pPr>
            <a:r>
              <a:rPr lang="en-US" sz="2400" dirty="0">
                <a:latin typeface="Times New Roman" panose="02020603050405020304" pitchFamily="18" charset="0"/>
                <a:cs typeface="Times New Roman" panose="02020603050405020304" pitchFamily="18" charset="0"/>
              </a:rPr>
              <a:t>@</a:t>
            </a:r>
            <a:r>
              <a:rPr lang="en-US" sz="2400" dirty="0" err="1">
                <a:latin typeface="Times New Roman" panose="02020603050405020304" pitchFamily="18" charset="0"/>
                <a:cs typeface="Times New Roman" panose="02020603050405020304" pitchFamily="18" charset="0"/>
              </a:rPr>
              <a:t>endguest</a:t>
            </a:r>
            <a:endParaRPr lang="en-US" sz="2400" dirty="0">
              <a:latin typeface="Times New Roman" panose="02020603050405020304" pitchFamily="18" charset="0"/>
              <a:cs typeface="Times New Roman" panose="02020603050405020304" pitchFamily="18" charset="0"/>
            </a:endParaRPr>
          </a:p>
        </p:txBody>
      </p:sp>
      <p:sp>
        <p:nvSpPr>
          <p:cNvPr id="4" name="Content Placeholder 2">
            <a:extLst>
              <a:ext uri="{FF2B5EF4-FFF2-40B4-BE49-F238E27FC236}">
                <a16:creationId xmlns:a16="http://schemas.microsoft.com/office/drawing/2014/main" id="{4083CA3A-E0C2-4EDB-9DB6-606ED4CF85FA}"/>
              </a:ext>
            </a:extLst>
          </p:cNvPr>
          <p:cNvSpPr txBox="1">
            <a:spLocks/>
          </p:cNvSpPr>
          <p:nvPr/>
        </p:nvSpPr>
        <p:spPr>
          <a:xfrm>
            <a:off x="6560126" y="1105443"/>
            <a:ext cx="4939147" cy="5452109"/>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400" dirty="0">
                <a:latin typeface="Times New Roman" panose="02020603050405020304" pitchFamily="18" charset="0"/>
                <a:cs typeface="Times New Roman" panose="02020603050405020304" pitchFamily="18" charset="0"/>
              </a:rPr>
              <a:t>Auth Directive </a:t>
            </a:r>
          </a:p>
          <a:p>
            <a:pPr marL="227013" indent="0">
              <a:buNone/>
            </a:pPr>
            <a:r>
              <a:rPr lang="en-US" sz="2400" dirty="0">
                <a:latin typeface="Times New Roman" panose="02020603050405020304" pitchFamily="18" charset="0"/>
                <a:cs typeface="Times New Roman" panose="02020603050405020304" pitchFamily="18" charset="0"/>
              </a:rPr>
              <a:t>@auth (‘admin’)</a:t>
            </a:r>
          </a:p>
          <a:p>
            <a:pPr marL="227013" indent="0">
              <a:buNone/>
            </a:pPr>
            <a:r>
              <a:rPr lang="en-US" sz="2400" dirty="0">
                <a:latin typeface="Times New Roman" panose="02020603050405020304" pitchFamily="18" charset="0"/>
                <a:cs typeface="Times New Roman" panose="02020603050405020304" pitchFamily="18" charset="0"/>
              </a:rPr>
              <a:t>	// User is authenticated</a:t>
            </a:r>
          </a:p>
          <a:p>
            <a:pPr marL="227013" indent="0">
              <a:buNone/>
            </a:pPr>
            <a:r>
              <a:rPr lang="en-US" sz="2400" dirty="0">
                <a:latin typeface="Times New Roman" panose="02020603050405020304" pitchFamily="18" charset="0"/>
                <a:cs typeface="Times New Roman" panose="02020603050405020304" pitchFamily="18" charset="0"/>
              </a:rPr>
              <a:t>@endif</a:t>
            </a:r>
          </a:p>
          <a:p>
            <a:pPr marL="0" indent="0">
              <a:buNone/>
            </a:pPr>
            <a:endParaRPr lang="en-US"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Guest Directive</a:t>
            </a:r>
          </a:p>
          <a:p>
            <a:pPr marL="227013" indent="0">
              <a:buNone/>
            </a:pPr>
            <a:r>
              <a:rPr lang="en-US" sz="2400" dirty="0">
                <a:latin typeface="Times New Roman" panose="02020603050405020304" pitchFamily="18" charset="0"/>
                <a:cs typeface="Times New Roman" panose="02020603050405020304" pitchFamily="18" charset="0"/>
              </a:rPr>
              <a:t>@guest (‘admin’)</a:t>
            </a:r>
          </a:p>
          <a:p>
            <a:pPr marL="227013" indent="0">
              <a:buNone/>
            </a:pPr>
            <a:r>
              <a:rPr lang="en-US" sz="2400" dirty="0">
                <a:latin typeface="Times New Roman" panose="02020603050405020304" pitchFamily="18" charset="0"/>
                <a:cs typeface="Times New Roman" panose="02020603050405020304" pitchFamily="18" charset="0"/>
              </a:rPr>
              <a:t>	// User is not authenticated</a:t>
            </a:r>
          </a:p>
          <a:p>
            <a:pPr marL="227013" indent="0">
              <a:buNone/>
            </a:pPr>
            <a:r>
              <a:rPr lang="en-US" sz="2400" dirty="0">
                <a:latin typeface="Times New Roman" panose="02020603050405020304" pitchFamily="18" charset="0"/>
                <a:cs typeface="Times New Roman" panose="02020603050405020304" pitchFamily="18" charset="0"/>
              </a:rPr>
              <a:t>@</a:t>
            </a:r>
            <a:r>
              <a:rPr lang="en-US" sz="2400" dirty="0" err="1">
                <a:latin typeface="Times New Roman" panose="02020603050405020304" pitchFamily="18" charset="0"/>
                <a:cs typeface="Times New Roman" panose="02020603050405020304" pitchFamily="18" charset="0"/>
              </a:rPr>
              <a:t>endguest</a:t>
            </a: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490075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Effect transition="in" filter="fade">
                                      <p:cBhvr>
                                        <p:cTn id="27" dur="500"/>
                                        <p:tgtEl>
                                          <p:spTgt spid="3">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6" end="6"/>
                                            </p:txEl>
                                          </p:spTgt>
                                        </p:tgtEl>
                                        <p:attrNameLst>
                                          <p:attrName>style.visibility</p:attrName>
                                        </p:attrNameLst>
                                      </p:cBhvr>
                                      <p:to>
                                        <p:strVal val="visible"/>
                                      </p:to>
                                    </p:set>
                                    <p:animEffect transition="in" filter="fade">
                                      <p:cBhvr>
                                        <p:cTn id="32" dur="500"/>
                                        <p:tgtEl>
                                          <p:spTgt spid="3">
                                            <p:txEl>
                                              <p:pRg st="6" end="6"/>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
                                            <p:txEl>
                                              <p:pRg st="7" end="7"/>
                                            </p:txEl>
                                          </p:spTgt>
                                        </p:tgtEl>
                                        <p:attrNameLst>
                                          <p:attrName>style.visibility</p:attrName>
                                        </p:attrNameLst>
                                      </p:cBhvr>
                                      <p:to>
                                        <p:strVal val="visible"/>
                                      </p:to>
                                    </p:set>
                                    <p:animEffect transition="in" filter="fade">
                                      <p:cBhvr>
                                        <p:cTn id="37" dur="500"/>
                                        <p:tgtEl>
                                          <p:spTgt spid="3">
                                            <p:txEl>
                                              <p:pRg st="7" end="7"/>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3">
                                            <p:txEl>
                                              <p:pRg st="8" end="8"/>
                                            </p:txEl>
                                          </p:spTgt>
                                        </p:tgtEl>
                                        <p:attrNameLst>
                                          <p:attrName>style.visibility</p:attrName>
                                        </p:attrNameLst>
                                      </p:cBhvr>
                                      <p:to>
                                        <p:strVal val="visible"/>
                                      </p:to>
                                    </p:set>
                                    <p:animEffect transition="in" filter="fade">
                                      <p:cBhvr>
                                        <p:cTn id="42" dur="500"/>
                                        <p:tgtEl>
                                          <p:spTgt spid="3">
                                            <p:txEl>
                                              <p:pRg st="8" end="8"/>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4">
                                            <p:txEl>
                                              <p:pRg st="0" end="0"/>
                                            </p:txEl>
                                          </p:spTgt>
                                        </p:tgtEl>
                                        <p:attrNameLst>
                                          <p:attrName>style.visibility</p:attrName>
                                        </p:attrNameLst>
                                      </p:cBhvr>
                                      <p:to>
                                        <p:strVal val="visible"/>
                                      </p:to>
                                    </p:set>
                                    <p:animEffect transition="in" filter="fade">
                                      <p:cBhvr>
                                        <p:cTn id="47" dur="500"/>
                                        <p:tgtEl>
                                          <p:spTgt spid="4">
                                            <p:txEl>
                                              <p:pRg st="0" end="0"/>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4">
                                            <p:txEl>
                                              <p:pRg st="1" end="1"/>
                                            </p:txEl>
                                          </p:spTgt>
                                        </p:tgtEl>
                                        <p:attrNameLst>
                                          <p:attrName>style.visibility</p:attrName>
                                        </p:attrNameLst>
                                      </p:cBhvr>
                                      <p:to>
                                        <p:strVal val="visible"/>
                                      </p:to>
                                    </p:set>
                                    <p:animEffect transition="in" filter="fade">
                                      <p:cBhvr>
                                        <p:cTn id="52" dur="500"/>
                                        <p:tgtEl>
                                          <p:spTgt spid="4">
                                            <p:txEl>
                                              <p:pRg st="1" end="1"/>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grpId="0" nodeType="clickEffect">
                                  <p:stCondLst>
                                    <p:cond delay="0"/>
                                  </p:stCondLst>
                                  <p:childTnLst>
                                    <p:set>
                                      <p:cBhvr>
                                        <p:cTn id="56" dur="1" fill="hold">
                                          <p:stCondLst>
                                            <p:cond delay="0"/>
                                          </p:stCondLst>
                                        </p:cTn>
                                        <p:tgtEl>
                                          <p:spTgt spid="4">
                                            <p:txEl>
                                              <p:pRg st="2" end="2"/>
                                            </p:txEl>
                                          </p:spTgt>
                                        </p:tgtEl>
                                        <p:attrNameLst>
                                          <p:attrName>style.visibility</p:attrName>
                                        </p:attrNameLst>
                                      </p:cBhvr>
                                      <p:to>
                                        <p:strVal val="visible"/>
                                      </p:to>
                                    </p:set>
                                    <p:animEffect transition="in" filter="fade">
                                      <p:cBhvr>
                                        <p:cTn id="57" dur="500"/>
                                        <p:tgtEl>
                                          <p:spTgt spid="4">
                                            <p:txEl>
                                              <p:pRg st="2" end="2"/>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grpId="0" nodeType="clickEffect">
                                  <p:stCondLst>
                                    <p:cond delay="0"/>
                                  </p:stCondLst>
                                  <p:childTnLst>
                                    <p:set>
                                      <p:cBhvr>
                                        <p:cTn id="61" dur="1" fill="hold">
                                          <p:stCondLst>
                                            <p:cond delay="0"/>
                                          </p:stCondLst>
                                        </p:cTn>
                                        <p:tgtEl>
                                          <p:spTgt spid="4">
                                            <p:txEl>
                                              <p:pRg st="3" end="3"/>
                                            </p:txEl>
                                          </p:spTgt>
                                        </p:tgtEl>
                                        <p:attrNameLst>
                                          <p:attrName>style.visibility</p:attrName>
                                        </p:attrNameLst>
                                      </p:cBhvr>
                                      <p:to>
                                        <p:strVal val="visible"/>
                                      </p:to>
                                    </p:set>
                                    <p:animEffect transition="in" filter="fade">
                                      <p:cBhvr>
                                        <p:cTn id="62" dur="500"/>
                                        <p:tgtEl>
                                          <p:spTgt spid="4">
                                            <p:txEl>
                                              <p:pRg st="3" end="3"/>
                                            </p:txEl>
                                          </p:spTgt>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grpId="0" nodeType="clickEffect">
                                  <p:stCondLst>
                                    <p:cond delay="0"/>
                                  </p:stCondLst>
                                  <p:childTnLst>
                                    <p:set>
                                      <p:cBhvr>
                                        <p:cTn id="66" dur="1" fill="hold">
                                          <p:stCondLst>
                                            <p:cond delay="0"/>
                                          </p:stCondLst>
                                        </p:cTn>
                                        <p:tgtEl>
                                          <p:spTgt spid="4">
                                            <p:txEl>
                                              <p:pRg st="5" end="5"/>
                                            </p:txEl>
                                          </p:spTgt>
                                        </p:tgtEl>
                                        <p:attrNameLst>
                                          <p:attrName>style.visibility</p:attrName>
                                        </p:attrNameLst>
                                      </p:cBhvr>
                                      <p:to>
                                        <p:strVal val="visible"/>
                                      </p:to>
                                    </p:set>
                                    <p:animEffect transition="in" filter="fade">
                                      <p:cBhvr>
                                        <p:cTn id="67" dur="500"/>
                                        <p:tgtEl>
                                          <p:spTgt spid="4">
                                            <p:txEl>
                                              <p:pRg st="5" end="5"/>
                                            </p:txEl>
                                          </p:spTgt>
                                        </p:tgtEl>
                                      </p:cBhvr>
                                    </p:animEffect>
                                  </p:childTnLst>
                                </p:cTn>
                              </p:par>
                            </p:childTnLst>
                          </p:cTn>
                        </p:par>
                      </p:childTnLst>
                    </p:cTn>
                  </p:par>
                  <p:par>
                    <p:cTn id="68" fill="hold">
                      <p:stCondLst>
                        <p:cond delay="indefinite"/>
                      </p:stCondLst>
                      <p:childTnLst>
                        <p:par>
                          <p:cTn id="69" fill="hold">
                            <p:stCondLst>
                              <p:cond delay="0"/>
                            </p:stCondLst>
                            <p:childTnLst>
                              <p:par>
                                <p:cTn id="70" presetID="10" presetClass="entr" presetSubtype="0" fill="hold" grpId="0" nodeType="clickEffect">
                                  <p:stCondLst>
                                    <p:cond delay="0"/>
                                  </p:stCondLst>
                                  <p:childTnLst>
                                    <p:set>
                                      <p:cBhvr>
                                        <p:cTn id="71" dur="1" fill="hold">
                                          <p:stCondLst>
                                            <p:cond delay="0"/>
                                          </p:stCondLst>
                                        </p:cTn>
                                        <p:tgtEl>
                                          <p:spTgt spid="4">
                                            <p:txEl>
                                              <p:pRg st="6" end="6"/>
                                            </p:txEl>
                                          </p:spTgt>
                                        </p:tgtEl>
                                        <p:attrNameLst>
                                          <p:attrName>style.visibility</p:attrName>
                                        </p:attrNameLst>
                                      </p:cBhvr>
                                      <p:to>
                                        <p:strVal val="visible"/>
                                      </p:to>
                                    </p:set>
                                    <p:animEffect transition="in" filter="fade">
                                      <p:cBhvr>
                                        <p:cTn id="72" dur="500"/>
                                        <p:tgtEl>
                                          <p:spTgt spid="4">
                                            <p:txEl>
                                              <p:pRg st="6" end="6"/>
                                            </p:txEl>
                                          </p:spTgt>
                                        </p:tgtEl>
                                      </p:cBhvr>
                                    </p:animEffect>
                                  </p:childTnLst>
                                </p:cTn>
                              </p:par>
                            </p:childTnLst>
                          </p:cTn>
                        </p:par>
                      </p:childTnLst>
                    </p:cTn>
                  </p:par>
                  <p:par>
                    <p:cTn id="73" fill="hold">
                      <p:stCondLst>
                        <p:cond delay="indefinite"/>
                      </p:stCondLst>
                      <p:childTnLst>
                        <p:par>
                          <p:cTn id="74" fill="hold">
                            <p:stCondLst>
                              <p:cond delay="0"/>
                            </p:stCondLst>
                            <p:childTnLst>
                              <p:par>
                                <p:cTn id="75" presetID="10" presetClass="entr" presetSubtype="0" fill="hold" grpId="0" nodeType="clickEffect">
                                  <p:stCondLst>
                                    <p:cond delay="0"/>
                                  </p:stCondLst>
                                  <p:childTnLst>
                                    <p:set>
                                      <p:cBhvr>
                                        <p:cTn id="76" dur="1" fill="hold">
                                          <p:stCondLst>
                                            <p:cond delay="0"/>
                                          </p:stCondLst>
                                        </p:cTn>
                                        <p:tgtEl>
                                          <p:spTgt spid="4">
                                            <p:txEl>
                                              <p:pRg st="7" end="7"/>
                                            </p:txEl>
                                          </p:spTgt>
                                        </p:tgtEl>
                                        <p:attrNameLst>
                                          <p:attrName>style.visibility</p:attrName>
                                        </p:attrNameLst>
                                      </p:cBhvr>
                                      <p:to>
                                        <p:strVal val="visible"/>
                                      </p:to>
                                    </p:set>
                                    <p:animEffect transition="in" filter="fade">
                                      <p:cBhvr>
                                        <p:cTn id="77" dur="500"/>
                                        <p:tgtEl>
                                          <p:spTgt spid="4">
                                            <p:txEl>
                                              <p:pRg st="7" end="7"/>
                                            </p:txEl>
                                          </p:spTgt>
                                        </p:tgtEl>
                                      </p:cBhvr>
                                    </p:animEffect>
                                  </p:childTnLst>
                                </p:cTn>
                              </p:par>
                            </p:childTnLst>
                          </p:cTn>
                        </p:par>
                      </p:childTnLst>
                    </p:cTn>
                  </p:par>
                  <p:par>
                    <p:cTn id="78" fill="hold">
                      <p:stCondLst>
                        <p:cond delay="indefinite"/>
                      </p:stCondLst>
                      <p:childTnLst>
                        <p:par>
                          <p:cTn id="79" fill="hold">
                            <p:stCondLst>
                              <p:cond delay="0"/>
                            </p:stCondLst>
                            <p:childTnLst>
                              <p:par>
                                <p:cTn id="80" presetID="10" presetClass="entr" presetSubtype="0" fill="hold" grpId="0" nodeType="clickEffect">
                                  <p:stCondLst>
                                    <p:cond delay="0"/>
                                  </p:stCondLst>
                                  <p:childTnLst>
                                    <p:set>
                                      <p:cBhvr>
                                        <p:cTn id="81" dur="1" fill="hold">
                                          <p:stCondLst>
                                            <p:cond delay="0"/>
                                          </p:stCondLst>
                                        </p:cTn>
                                        <p:tgtEl>
                                          <p:spTgt spid="4">
                                            <p:txEl>
                                              <p:pRg st="8" end="8"/>
                                            </p:txEl>
                                          </p:spTgt>
                                        </p:tgtEl>
                                        <p:attrNameLst>
                                          <p:attrName>style.visibility</p:attrName>
                                        </p:attrNameLst>
                                      </p:cBhvr>
                                      <p:to>
                                        <p:strVal val="visible"/>
                                      </p:to>
                                    </p:set>
                                    <p:animEffect transition="in" filter="fade">
                                      <p:cBhvr>
                                        <p:cTn id="82" dur="500"/>
                                        <p:tgtEl>
                                          <p:spTgt spid="4">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build="p" bldLvl="5"/>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B5B43A-CF77-4279-BD3A-005604DED4E5}"/>
              </a:ext>
            </a:extLst>
          </p:cNvPr>
          <p:cNvSpPr>
            <a:spLocks noGrp="1"/>
          </p:cNvSpPr>
          <p:nvPr>
            <p:ph type="title"/>
          </p:nvPr>
        </p:nvSpPr>
        <p:spPr>
          <a:xfrm>
            <a:off x="838200" y="95794"/>
            <a:ext cx="10515600" cy="1009651"/>
          </a:xfrm>
        </p:spPr>
        <p:txBody>
          <a:bodyPr>
            <a:normAutofit/>
          </a:bodyPr>
          <a:lstStyle/>
          <a:p>
            <a:pPr algn="ctr"/>
            <a:r>
              <a:rPr lang="en-US" b="1" u="sng" dirty="0">
                <a:latin typeface="Times New Roman" panose="02020603050405020304" pitchFamily="18" charset="0"/>
                <a:cs typeface="Times New Roman" panose="02020603050405020304" pitchFamily="18" charset="0"/>
              </a:rPr>
              <a:t>Environment Directives</a:t>
            </a:r>
          </a:p>
        </p:txBody>
      </p:sp>
      <p:sp>
        <p:nvSpPr>
          <p:cNvPr id="3" name="Content Placeholder 2">
            <a:extLst>
              <a:ext uri="{FF2B5EF4-FFF2-40B4-BE49-F238E27FC236}">
                <a16:creationId xmlns:a16="http://schemas.microsoft.com/office/drawing/2014/main" id="{18C02893-D790-44E4-8503-E7869EE05B03}"/>
              </a:ext>
            </a:extLst>
          </p:cNvPr>
          <p:cNvSpPr>
            <a:spLocks noGrp="1"/>
          </p:cNvSpPr>
          <p:nvPr>
            <p:ph idx="1"/>
          </p:nvPr>
        </p:nvSpPr>
        <p:spPr>
          <a:xfrm>
            <a:off x="838199" y="1105444"/>
            <a:ext cx="5424055" cy="5452109"/>
          </a:xfrm>
        </p:spPr>
        <p:txBody>
          <a:bodyPr>
            <a:normAutofit/>
          </a:bodyPr>
          <a:lstStyle/>
          <a:p>
            <a:r>
              <a:rPr lang="en-US" sz="2400" dirty="0">
                <a:latin typeface="Times New Roman" panose="02020603050405020304" pitchFamily="18" charset="0"/>
                <a:cs typeface="Times New Roman" panose="02020603050405020304" pitchFamily="18" charset="0"/>
              </a:rPr>
              <a:t>Production Directive </a:t>
            </a:r>
          </a:p>
          <a:p>
            <a:pPr marL="227013" indent="0">
              <a:buNone/>
            </a:pPr>
            <a:r>
              <a:rPr lang="en-US" sz="2400" dirty="0">
                <a:latin typeface="Times New Roman" panose="02020603050405020304" pitchFamily="18" charset="0"/>
                <a:cs typeface="Times New Roman" panose="02020603050405020304" pitchFamily="18" charset="0"/>
              </a:rPr>
              <a:t>@production</a:t>
            </a:r>
          </a:p>
          <a:p>
            <a:pPr marL="227013" indent="0">
              <a:buNone/>
            </a:pPr>
            <a:r>
              <a:rPr lang="en-US" sz="2400" dirty="0">
                <a:latin typeface="Times New Roman" panose="02020603050405020304" pitchFamily="18" charset="0"/>
                <a:cs typeface="Times New Roman" panose="02020603050405020304" pitchFamily="18" charset="0"/>
              </a:rPr>
              <a:t>	// Production specific Content</a:t>
            </a:r>
          </a:p>
          <a:p>
            <a:pPr marL="227013" indent="0">
              <a:buNone/>
            </a:pPr>
            <a:r>
              <a:rPr lang="en-US" sz="2400" dirty="0">
                <a:latin typeface="Times New Roman" panose="02020603050405020304" pitchFamily="18" charset="0"/>
                <a:cs typeface="Times New Roman" panose="02020603050405020304" pitchFamily="18" charset="0"/>
              </a:rPr>
              <a:t>@</a:t>
            </a:r>
            <a:r>
              <a:rPr lang="en-US" sz="2400" dirty="0" err="1">
                <a:latin typeface="Times New Roman" panose="02020603050405020304" pitchFamily="18" charset="0"/>
                <a:cs typeface="Times New Roman" panose="02020603050405020304" pitchFamily="18" charset="0"/>
              </a:rPr>
              <a:t>endproduction</a:t>
            </a:r>
            <a:endParaRPr lang="en-US" sz="2400" dirty="0">
              <a:latin typeface="Times New Roman" panose="02020603050405020304" pitchFamily="18" charset="0"/>
              <a:cs typeface="Times New Roman" panose="02020603050405020304" pitchFamily="18" charset="0"/>
            </a:endParaRPr>
          </a:p>
          <a:p>
            <a:pPr marL="0" indent="0">
              <a:buNone/>
            </a:pPr>
            <a:endParaRPr lang="en-US"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Specific Env Directive</a:t>
            </a:r>
          </a:p>
          <a:p>
            <a:pPr marL="227013" indent="0">
              <a:buNone/>
            </a:pPr>
            <a:r>
              <a:rPr lang="en-US" sz="2400" dirty="0">
                <a:latin typeface="Times New Roman" panose="02020603050405020304" pitchFamily="18" charset="0"/>
                <a:cs typeface="Times New Roman" panose="02020603050405020304" pitchFamily="18" charset="0"/>
              </a:rPr>
              <a:t>@env(‘</a:t>
            </a:r>
            <a:r>
              <a:rPr lang="en-US" sz="2400" dirty="0" err="1">
                <a:latin typeface="Times New Roman" panose="02020603050405020304" pitchFamily="18" charset="0"/>
                <a:cs typeface="Times New Roman" panose="02020603050405020304" pitchFamily="18" charset="0"/>
              </a:rPr>
              <a:t>env_name</a:t>
            </a:r>
            <a:r>
              <a:rPr lang="en-US" sz="2400" dirty="0">
                <a:latin typeface="Times New Roman" panose="02020603050405020304" pitchFamily="18" charset="0"/>
                <a:cs typeface="Times New Roman" panose="02020603050405020304" pitchFamily="18" charset="0"/>
              </a:rPr>
              <a:t>’)</a:t>
            </a:r>
          </a:p>
          <a:p>
            <a:pPr marL="227013" indent="0">
              <a:buNone/>
            </a:pPr>
            <a:r>
              <a:rPr lang="en-US" sz="2400" dirty="0">
                <a:latin typeface="Times New Roman" panose="02020603050405020304" pitchFamily="18" charset="0"/>
                <a:cs typeface="Times New Roman" panose="02020603050405020304" pitchFamily="18" charset="0"/>
              </a:rPr>
              <a:t>	// Running in </a:t>
            </a:r>
            <a:r>
              <a:rPr lang="en-US" sz="2400" dirty="0" err="1">
                <a:latin typeface="Times New Roman" panose="02020603050405020304" pitchFamily="18" charset="0"/>
                <a:cs typeface="Times New Roman" panose="02020603050405020304" pitchFamily="18" charset="0"/>
              </a:rPr>
              <a:t>env_name</a:t>
            </a:r>
            <a:endParaRPr lang="en-US" sz="2400" dirty="0">
              <a:latin typeface="Times New Roman" panose="02020603050405020304" pitchFamily="18" charset="0"/>
              <a:cs typeface="Times New Roman" panose="02020603050405020304" pitchFamily="18" charset="0"/>
            </a:endParaRPr>
          </a:p>
          <a:p>
            <a:pPr marL="227013" indent="0">
              <a:buNone/>
            </a:pPr>
            <a:r>
              <a:rPr lang="en-US" sz="2400" dirty="0">
                <a:latin typeface="Times New Roman" panose="02020603050405020304" pitchFamily="18" charset="0"/>
                <a:cs typeface="Times New Roman" panose="02020603050405020304" pitchFamily="18" charset="0"/>
              </a:rPr>
              <a:t>@</a:t>
            </a:r>
            <a:r>
              <a:rPr lang="en-US" sz="2400" dirty="0" err="1">
                <a:latin typeface="Times New Roman" panose="02020603050405020304" pitchFamily="18" charset="0"/>
                <a:cs typeface="Times New Roman" panose="02020603050405020304" pitchFamily="18" charset="0"/>
              </a:rPr>
              <a:t>endenv</a:t>
            </a:r>
            <a:endParaRPr lang="en-US" sz="2400" dirty="0">
              <a:latin typeface="Times New Roman" panose="02020603050405020304" pitchFamily="18" charset="0"/>
              <a:cs typeface="Times New Roman" panose="02020603050405020304" pitchFamily="18" charset="0"/>
            </a:endParaRPr>
          </a:p>
        </p:txBody>
      </p:sp>
      <p:sp>
        <p:nvSpPr>
          <p:cNvPr id="4" name="Content Placeholder 2">
            <a:extLst>
              <a:ext uri="{FF2B5EF4-FFF2-40B4-BE49-F238E27FC236}">
                <a16:creationId xmlns:a16="http://schemas.microsoft.com/office/drawing/2014/main" id="{4083CA3A-E0C2-4EDB-9DB6-606ED4CF85FA}"/>
              </a:ext>
            </a:extLst>
          </p:cNvPr>
          <p:cNvSpPr txBox="1">
            <a:spLocks/>
          </p:cNvSpPr>
          <p:nvPr/>
        </p:nvSpPr>
        <p:spPr>
          <a:xfrm>
            <a:off x="6560126" y="1105443"/>
            <a:ext cx="5086929" cy="5452109"/>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400" dirty="0">
                <a:latin typeface="Times New Roman" panose="02020603050405020304" pitchFamily="18" charset="0"/>
                <a:cs typeface="Times New Roman" panose="02020603050405020304" pitchFamily="18" charset="0"/>
              </a:rPr>
              <a:t>Multiple Specific Env Directive </a:t>
            </a:r>
          </a:p>
          <a:p>
            <a:pPr marL="227013" indent="0">
              <a:buNone/>
            </a:pPr>
            <a:r>
              <a:rPr lang="en-US" sz="2400" dirty="0">
                <a:latin typeface="Times New Roman" panose="02020603050405020304" pitchFamily="18" charset="0"/>
                <a:cs typeface="Times New Roman" panose="02020603050405020304" pitchFamily="18" charset="0"/>
              </a:rPr>
              <a:t>@env ([‘env1’, ‘env2’])</a:t>
            </a:r>
          </a:p>
          <a:p>
            <a:pPr marL="227013" indent="0">
              <a:buNone/>
            </a:pPr>
            <a:r>
              <a:rPr lang="en-US" sz="2400" dirty="0">
                <a:latin typeface="Times New Roman" panose="02020603050405020304" pitchFamily="18" charset="0"/>
                <a:cs typeface="Times New Roman" panose="02020603050405020304" pitchFamily="18" charset="0"/>
              </a:rPr>
              <a:t>	// Running in env1 or env2</a:t>
            </a:r>
          </a:p>
          <a:p>
            <a:pPr marL="227013" indent="0">
              <a:buNone/>
            </a:pPr>
            <a:r>
              <a:rPr lang="en-US" sz="2400" dirty="0">
                <a:latin typeface="Times New Roman" panose="02020603050405020304" pitchFamily="18" charset="0"/>
                <a:cs typeface="Times New Roman" panose="02020603050405020304" pitchFamily="18" charset="0"/>
              </a:rPr>
              <a:t>@</a:t>
            </a:r>
            <a:r>
              <a:rPr lang="en-US" sz="2400" dirty="0" err="1">
                <a:latin typeface="Times New Roman" panose="02020603050405020304" pitchFamily="18" charset="0"/>
                <a:cs typeface="Times New Roman" panose="02020603050405020304" pitchFamily="18" charset="0"/>
              </a:rPr>
              <a:t>endenv</a:t>
            </a: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446658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Effect transition="in" filter="fade">
                                      <p:cBhvr>
                                        <p:cTn id="27" dur="500"/>
                                        <p:tgtEl>
                                          <p:spTgt spid="3">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6" end="6"/>
                                            </p:txEl>
                                          </p:spTgt>
                                        </p:tgtEl>
                                        <p:attrNameLst>
                                          <p:attrName>style.visibility</p:attrName>
                                        </p:attrNameLst>
                                      </p:cBhvr>
                                      <p:to>
                                        <p:strVal val="visible"/>
                                      </p:to>
                                    </p:set>
                                    <p:animEffect transition="in" filter="fade">
                                      <p:cBhvr>
                                        <p:cTn id="32" dur="500"/>
                                        <p:tgtEl>
                                          <p:spTgt spid="3">
                                            <p:txEl>
                                              <p:pRg st="6" end="6"/>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
                                            <p:txEl>
                                              <p:pRg st="7" end="7"/>
                                            </p:txEl>
                                          </p:spTgt>
                                        </p:tgtEl>
                                        <p:attrNameLst>
                                          <p:attrName>style.visibility</p:attrName>
                                        </p:attrNameLst>
                                      </p:cBhvr>
                                      <p:to>
                                        <p:strVal val="visible"/>
                                      </p:to>
                                    </p:set>
                                    <p:animEffect transition="in" filter="fade">
                                      <p:cBhvr>
                                        <p:cTn id="37" dur="500"/>
                                        <p:tgtEl>
                                          <p:spTgt spid="3">
                                            <p:txEl>
                                              <p:pRg st="7" end="7"/>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3">
                                            <p:txEl>
                                              <p:pRg st="8" end="8"/>
                                            </p:txEl>
                                          </p:spTgt>
                                        </p:tgtEl>
                                        <p:attrNameLst>
                                          <p:attrName>style.visibility</p:attrName>
                                        </p:attrNameLst>
                                      </p:cBhvr>
                                      <p:to>
                                        <p:strVal val="visible"/>
                                      </p:to>
                                    </p:set>
                                    <p:animEffect transition="in" filter="fade">
                                      <p:cBhvr>
                                        <p:cTn id="42" dur="500"/>
                                        <p:tgtEl>
                                          <p:spTgt spid="3">
                                            <p:txEl>
                                              <p:pRg st="8" end="8"/>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4">
                                            <p:txEl>
                                              <p:pRg st="0" end="0"/>
                                            </p:txEl>
                                          </p:spTgt>
                                        </p:tgtEl>
                                        <p:attrNameLst>
                                          <p:attrName>style.visibility</p:attrName>
                                        </p:attrNameLst>
                                      </p:cBhvr>
                                      <p:to>
                                        <p:strVal val="visible"/>
                                      </p:to>
                                    </p:set>
                                    <p:animEffect transition="in" filter="fade">
                                      <p:cBhvr>
                                        <p:cTn id="47" dur="500"/>
                                        <p:tgtEl>
                                          <p:spTgt spid="4">
                                            <p:txEl>
                                              <p:pRg st="0" end="0"/>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4">
                                            <p:txEl>
                                              <p:pRg st="1" end="1"/>
                                            </p:txEl>
                                          </p:spTgt>
                                        </p:tgtEl>
                                        <p:attrNameLst>
                                          <p:attrName>style.visibility</p:attrName>
                                        </p:attrNameLst>
                                      </p:cBhvr>
                                      <p:to>
                                        <p:strVal val="visible"/>
                                      </p:to>
                                    </p:set>
                                    <p:animEffect transition="in" filter="fade">
                                      <p:cBhvr>
                                        <p:cTn id="52" dur="500"/>
                                        <p:tgtEl>
                                          <p:spTgt spid="4">
                                            <p:txEl>
                                              <p:pRg st="1" end="1"/>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grpId="0" nodeType="clickEffect">
                                  <p:stCondLst>
                                    <p:cond delay="0"/>
                                  </p:stCondLst>
                                  <p:childTnLst>
                                    <p:set>
                                      <p:cBhvr>
                                        <p:cTn id="56" dur="1" fill="hold">
                                          <p:stCondLst>
                                            <p:cond delay="0"/>
                                          </p:stCondLst>
                                        </p:cTn>
                                        <p:tgtEl>
                                          <p:spTgt spid="4">
                                            <p:txEl>
                                              <p:pRg st="2" end="2"/>
                                            </p:txEl>
                                          </p:spTgt>
                                        </p:tgtEl>
                                        <p:attrNameLst>
                                          <p:attrName>style.visibility</p:attrName>
                                        </p:attrNameLst>
                                      </p:cBhvr>
                                      <p:to>
                                        <p:strVal val="visible"/>
                                      </p:to>
                                    </p:set>
                                    <p:animEffect transition="in" filter="fade">
                                      <p:cBhvr>
                                        <p:cTn id="57" dur="500"/>
                                        <p:tgtEl>
                                          <p:spTgt spid="4">
                                            <p:txEl>
                                              <p:pRg st="2" end="2"/>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grpId="0" nodeType="clickEffect">
                                  <p:stCondLst>
                                    <p:cond delay="0"/>
                                  </p:stCondLst>
                                  <p:childTnLst>
                                    <p:set>
                                      <p:cBhvr>
                                        <p:cTn id="61" dur="1" fill="hold">
                                          <p:stCondLst>
                                            <p:cond delay="0"/>
                                          </p:stCondLst>
                                        </p:cTn>
                                        <p:tgtEl>
                                          <p:spTgt spid="4">
                                            <p:txEl>
                                              <p:pRg st="3" end="3"/>
                                            </p:txEl>
                                          </p:spTgt>
                                        </p:tgtEl>
                                        <p:attrNameLst>
                                          <p:attrName>style.visibility</p:attrName>
                                        </p:attrNameLst>
                                      </p:cBhvr>
                                      <p:to>
                                        <p:strVal val="visible"/>
                                      </p:to>
                                    </p:set>
                                    <p:animEffect transition="in" filter="fade">
                                      <p:cBhvr>
                                        <p:cTn id="62" dur="500"/>
                                        <p:tgtEl>
                                          <p:spTgt spid="4">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build="p" bldLvl="5"/>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B5B43A-CF77-4279-BD3A-005604DED4E5}"/>
              </a:ext>
            </a:extLst>
          </p:cNvPr>
          <p:cNvSpPr>
            <a:spLocks noGrp="1"/>
          </p:cNvSpPr>
          <p:nvPr>
            <p:ph type="title"/>
          </p:nvPr>
        </p:nvSpPr>
        <p:spPr>
          <a:xfrm>
            <a:off x="838200" y="95794"/>
            <a:ext cx="10515600" cy="1009651"/>
          </a:xfrm>
        </p:spPr>
        <p:txBody>
          <a:bodyPr/>
          <a:lstStyle/>
          <a:p>
            <a:pPr algn="ctr"/>
            <a:r>
              <a:rPr lang="en-US" b="1" u="sng" dirty="0">
                <a:latin typeface="Times New Roman" panose="02020603050405020304" pitchFamily="18" charset="0"/>
                <a:cs typeface="Times New Roman" panose="02020603050405020304" pitchFamily="18" charset="0"/>
              </a:rPr>
              <a:t>Switch Directives</a:t>
            </a:r>
          </a:p>
        </p:txBody>
      </p:sp>
      <p:sp>
        <p:nvSpPr>
          <p:cNvPr id="3" name="Content Placeholder 2">
            <a:extLst>
              <a:ext uri="{FF2B5EF4-FFF2-40B4-BE49-F238E27FC236}">
                <a16:creationId xmlns:a16="http://schemas.microsoft.com/office/drawing/2014/main" id="{18C02893-D790-44E4-8503-E7869EE05B03}"/>
              </a:ext>
            </a:extLst>
          </p:cNvPr>
          <p:cNvSpPr>
            <a:spLocks noGrp="1"/>
          </p:cNvSpPr>
          <p:nvPr>
            <p:ph idx="1"/>
          </p:nvPr>
        </p:nvSpPr>
        <p:spPr>
          <a:xfrm>
            <a:off x="838200" y="1105444"/>
            <a:ext cx="3872345" cy="5452109"/>
          </a:xfrm>
        </p:spPr>
        <p:txBody>
          <a:bodyPr>
            <a:normAutofit/>
          </a:bodyPr>
          <a:lstStyle/>
          <a:p>
            <a:r>
              <a:rPr lang="en-US" sz="2400" dirty="0">
                <a:latin typeface="Times New Roman" panose="02020603050405020304" pitchFamily="18" charset="0"/>
                <a:cs typeface="Times New Roman" panose="02020603050405020304" pitchFamily="18" charset="0"/>
              </a:rPr>
              <a:t>Switch Directive</a:t>
            </a:r>
          </a:p>
          <a:p>
            <a:pPr marL="227013" indent="0">
              <a:buNone/>
            </a:pPr>
            <a:r>
              <a:rPr lang="en-US" sz="2400" dirty="0">
                <a:latin typeface="Times New Roman" panose="02020603050405020304" pitchFamily="18" charset="0"/>
                <a:cs typeface="Times New Roman" panose="02020603050405020304" pitchFamily="18" charset="0"/>
              </a:rPr>
              <a:t>@switch (expression)</a:t>
            </a:r>
          </a:p>
          <a:p>
            <a:pPr marL="227013" indent="0">
              <a:buNone/>
            </a:pPr>
            <a:r>
              <a:rPr lang="en-US" sz="2400" dirty="0">
                <a:latin typeface="Times New Roman" panose="02020603050405020304" pitchFamily="18" charset="0"/>
                <a:cs typeface="Times New Roman" panose="02020603050405020304" pitchFamily="18" charset="0"/>
              </a:rPr>
              <a:t>    @case(expression 1)</a:t>
            </a:r>
          </a:p>
          <a:p>
            <a:pPr marL="227013" indent="0">
              <a:buNone/>
            </a:pPr>
            <a:r>
              <a:rPr lang="en-US" sz="2400" dirty="0">
                <a:latin typeface="Times New Roman" panose="02020603050405020304" pitchFamily="18" charset="0"/>
                <a:cs typeface="Times New Roman" panose="02020603050405020304" pitchFamily="18" charset="0"/>
              </a:rPr>
              <a:t>	……….</a:t>
            </a:r>
          </a:p>
          <a:p>
            <a:pPr marL="227013" indent="0">
              <a:buNone/>
            </a:pPr>
            <a:r>
              <a:rPr lang="en-US" sz="2400" dirty="0">
                <a:latin typeface="Times New Roman" panose="02020603050405020304" pitchFamily="18" charset="0"/>
                <a:cs typeface="Times New Roman" panose="02020603050405020304" pitchFamily="18" charset="0"/>
              </a:rPr>
              <a:t>	@break</a:t>
            </a:r>
          </a:p>
          <a:p>
            <a:pPr marL="227013" indent="0">
              <a:buNone/>
            </a:pPr>
            <a:endParaRPr lang="en-US" sz="2400" dirty="0">
              <a:latin typeface="Times New Roman" panose="02020603050405020304" pitchFamily="18" charset="0"/>
              <a:cs typeface="Times New Roman" panose="02020603050405020304" pitchFamily="18" charset="0"/>
            </a:endParaRPr>
          </a:p>
          <a:p>
            <a:pPr marL="227013" indent="0">
              <a:buNone/>
            </a:pPr>
            <a:r>
              <a:rPr lang="en-US" sz="2400" dirty="0">
                <a:latin typeface="Times New Roman" panose="02020603050405020304" pitchFamily="18" charset="0"/>
                <a:cs typeface="Times New Roman" panose="02020603050405020304" pitchFamily="18" charset="0"/>
              </a:rPr>
              <a:t> @case(expression 2)</a:t>
            </a:r>
          </a:p>
          <a:p>
            <a:pPr marL="227013" indent="0">
              <a:buNone/>
            </a:pPr>
            <a:r>
              <a:rPr lang="en-US" sz="2400" dirty="0">
                <a:latin typeface="Times New Roman" panose="02020603050405020304" pitchFamily="18" charset="0"/>
                <a:cs typeface="Times New Roman" panose="02020603050405020304" pitchFamily="18" charset="0"/>
              </a:rPr>
              <a:t>	……….</a:t>
            </a:r>
          </a:p>
          <a:p>
            <a:pPr marL="227013" indent="0">
              <a:buNone/>
            </a:pPr>
            <a:r>
              <a:rPr lang="en-US" sz="2400" dirty="0">
                <a:latin typeface="Times New Roman" panose="02020603050405020304" pitchFamily="18" charset="0"/>
                <a:cs typeface="Times New Roman" panose="02020603050405020304" pitchFamily="18" charset="0"/>
              </a:rPr>
              <a:t>	@break</a:t>
            </a:r>
          </a:p>
          <a:p>
            <a:pPr marL="227013" indent="0">
              <a:buNone/>
            </a:pPr>
            <a:endParaRPr lang="en-US" sz="2400" dirty="0">
              <a:latin typeface="Times New Roman" panose="02020603050405020304" pitchFamily="18" charset="0"/>
              <a:cs typeface="Times New Roman" panose="02020603050405020304" pitchFamily="18" charset="0"/>
            </a:endParaRPr>
          </a:p>
        </p:txBody>
      </p:sp>
      <p:sp>
        <p:nvSpPr>
          <p:cNvPr id="4" name="Content Placeholder 2">
            <a:extLst>
              <a:ext uri="{FF2B5EF4-FFF2-40B4-BE49-F238E27FC236}">
                <a16:creationId xmlns:a16="http://schemas.microsoft.com/office/drawing/2014/main" id="{D3285288-9C45-4C0F-A378-A9283A403260}"/>
              </a:ext>
            </a:extLst>
          </p:cNvPr>
          <p:cNvSpPr txBox="1">
            <a:spLocks/>
          </p:cNvSpPr>
          <p:nvPr/>
        </p:nvSpPr>
        <p:spPr>
          <a:xfrm>
            <a:off x="4971472" y="1105443"/>
            <a:ext cx="3872345" cy="5452109"/>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27013" indent="0">
              <a:buNone/>
            </a:pPr>
            <a:r>
              <a:rPr lang="en-US" sz="2400" dirty="0">
                <a:latin typeface="Times New Roman" panose="02020603050405020304" pitchFamily="18" charset="0"/>
                <a:cs typeface="Times New Roman" panose="02020603050405020304" pitchFamily="18" charset="0"/>
              </a:rPr>
              <a:t> @case(expression 3)</a:t>
            </a:r>
          </a:p>
          <a:p>
            <a:pPr marL="227013" indent="0">
              <a:buFont typeface="Arial" panose="020B0604020202020204" pitchFamily="34" charset="0"/>
              <a:buNone/>
            </a:pPr>
            <a:r>
              <a:rPr lang="en-US" sz="2400" dirty="0">
                <a:latin typeface="Times New Roman" panose="02020603050405020304" pitchFamily="18" charset="0"/>
                <a:cs typeface="Times New Roman" panose="02020603050405020304" pitchFamily="18" charset="0"/>
              </a:rPr>
              <a:t>	……….</a:t>
            </a:r>
          </a:p>
          <a:p>
            <a:pPr marL="227013" indent="0">
              <a:buFont typeface="Arial" panose="020B0604020202020204" pitchFamily="34" charset="0"/>
              <a:buNone/>
            </a:pPr>
            <a:r>
              <a:rPr lang="en-US" sz="2400" dirty="0">
                <a:latin typeface="Times New Roman" panose="02020603050405020304" pitchFamily="18" charset="0"/>
                <a:cs typeface="Times New Roman" panose="02020603050405020304" pitchFamily="18" charset="0"/>
              </a:rPr>
              <a:t>	@break</a:t>
            </a:r>
          </a:p>
          <a:p>
            <a:pPr marL="227013" indent="0">
              <a:buFont typeface="Arial" panose="020B0604020202020204" pitchFamily="34" charset="0"/>
              <a:buNone/>
            </a:pPr>
            <a:endParaRPr lang="en-US" sz="2400" dirty="0">
              <a:latin typeface="Times New Roman" panose="02020603050405020304" pitchFamily="18" charset="0"/>
              <a:cs typeface="Times New Roman" panose="02020603050405020304" pitchFamily="18" charset="0"/>
            </a:endParaRPr>
          </a:p>
          <a:p>
            <a:pPr marL="227013" indent="0">
              <a:buNone/>
            </a:pPr>
            <a:r>
              <a:rPr lang="en-US" sz="2400" dirty="0">
                <a:latin typeface="Times New Roman" panose="02020603050405020304" pitchFamily="18" charset="0"/>
                <a:cs typeface="Times New Roman" panose="02020603050405020304" pitchFamily="18" charset="0"/>
              </a:rPr>
              <a:t> @default</a:t>
            </a:r>
          </a:p>
          <a:p>
            <a:pPr marL="227013" indent="0">
              <a:buNone/>
            </a:pPr>
            <a:r>
              <a:rPr lang="en-US" sz="2400" dirty="0">
                <a:latin typeface="Times New Roman" panose="02020603050405020304" pitchFamily="18" charset="0"/>
                <a:cs typeface="Times New Roman" panose="02020603050405020304" pitchFamily="18" charset="0"/>
              </a:rPr>
              <a:t>	……….</a:t>
            </a:r>
          </a:p>
          <a:p>
            <a:pPr marL="227013" indent="0">
              <a:buNone/>
            </a:pPr>
            <a:r>
              <a:rPr lang="en-US" sz="2400" dirty="0">
                <a:latin typeface="Times New Roman" panose="02020603050405020304" pitchFamily="18" charset="0"/>
                <a:cs typeface="Times New Roman" panose="02020603050405020304" pitchFamily="18" charset="0"/>
              </a:rPr>
              <a:t>	</a:t>
            </a:r>
          </a:p>
          <a:p>
            <a:pPr marL="227013" indent="0">
              <a:buFont typeface="Arial" panose="020B0604020202020204" pitchFamily="34" charset="0"/>
              <a:buNone/>
            </a:pPr>
            <a:r>
              <a:rPr lang="en-US" sz="2400" dirty="0">
                <a:latin typeface="Times New Roman" panose="02020603050405020304" pitchFamily="18" charset="0"/>
                <a:cs typeface="Times New Roman" panose="02020603050405020304" pitchFamily="18" charset="0"/>
              </a:rPr>
              <a:t>@</a:t>
            </a:r>
            <a:r>
              <a:rPr lang="en-US" sz="2400" dirty="0" err="1">
                <a:latin typeface="Times New Roman" panose="02020603050405020304" pitchFamily="18" charset="0"/>
                <a:cs typeface="Times New Roman" panose="02020603050405020304" pitchFamily="18" charset="0"/>
              </a:rPr>
              <a:t>endswitch</a:t>
            </a: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089335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6" end="6"/>
                                            </p:txEl>
                                          </p:spTgt>
                                        </p:tgtEl>
                                        <p:attrNameLst>
                                          <p:attrName>style.visibility</p:attrName>
                                        </p:attrNameLst>
                                      </p:cBhvr>
                                      <p:to>
                                        <p:strVal val="visible"/>
                                      </p:to>
                                    </p:set>
                                    <p:animEffect transition="in" filter="fade">
                                      <p:cBhvr>
                                        <p:cTn id="32" dur="500"/>
                                        <p:tgtEl>
                                          <p:spTgt spid="3">
                                            <p:txEl>
                                              <p:pRg st="6" end="6"/>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
                                            <p:txEl>
                                              <p:pRg st="7" end="7"/>
                                            </p:txEl>
                                          </p:spTgt>
                                        </p:tgtEl>
                                        <p:attrNameLst>
                                          <p:attrName>style.visibility</p:attrName>
                                        </p:attrNameLst>
                                      </p:cBhvr>
                                      <p:to>
                                        <p:strVal val="visible"/>
                                      </p:to>
                                    </p:set>
                                    <p:animEffect transition="in" filter="fade">
                                      <p:cBhvr>
                                        <p:cTn id="37" dur="500"/>
                                        <p:tgtEl>
                                          <p:spTgt spid="3">
                                            <p:txEl>
                                              <p:pRg st="7" end="7"/>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3">
                                            <p:txEl>
                                              <p:pRg st="8" end="8"/>
                                            </p:txEl>
                                          </p:spTgt>
                                        </p:tgtEl>
                                        <p:attrNameLst>
                                          <p:attrName>style.visibility</p:attrName>
                                        </p:attrNameLst>
                                      </p:cBhvr>
                                      <p:to>
                                        <p:strVal val="visible"/>
                                      </p:to>
                                    </p:set>
                                    <p:animEffect transition="in" filter="fade">
                                      <p:cBhvr>
                                        <p:cTn id="42" dur="500"/>
                                        <p:tgtEl>
                                          <p:spTgt spid="3">
                                            <p:txEl>
                                              <p:pRg st="8" end="8"/>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4">
                                            <p:txEl>
                                              <p:pRg st="0" end="0"/>
                                            </p:txEl>
                                          </p:spTgt>
                                        </p:tgtEl>
                                        <p:attrNameLst>
                                          <p:attrName>style.visibility</p:attrName>
                                        </p:attrNameLst>
                                      </p:cBhvr>
                                      <p:to>
                                        <p:strVal val="visible"/>
                                      </p:to>
                                    </p:set>
                                    <p:animEffect transition="in" filter="fade">
                                      <p:cBhvr>
                                        <p:cTn id="47" dur="500"/>
                                        <p:tgtEl>
                                          <p:spTgt spid="4">
                                            <p:txEl>
                                              <p:pRg st="0" end="0"/>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4">
                                            <p:txEl>
                                              <p:pRg st="1" end="1"/>
                                            </p:txEl>
                                          </p:spTgt>
                                        </p:tgtEl>
                                        <p:attrNameLst>
                                          <p:attrName>style.visibility</p:attrName>
                                        </p:attrNameLst>
                                      </p:cBhvr>
                                      <p:to>
                                        <p:strVal val="visible"/>
                                      </p:to>
                                    </p:set>
                                    <p:animEffect transition="in" filter="fade">
                                      <p:cBhvr>
                                        <p:cTn id="52" dur="500"/>
                                        <p:tgtEl>
                                          <p:spTgt spid="4">
                                            <p:txEl>
                                              <p:pRg st="1" end="1"/>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grpId="0" nodeType="clickEffect">
                                  <p:stCondLst>
                                    <p:cond delay="0"/>
                                  </p:stCondLst>
                                  <p:childTnLst>
                                    <p:set>
                                      <p:cBhvr>
                                        <p:cTn id="56" dur="1" fill="hold">
                                          <p:stCondLst>
                                            <p:cond delay="0"/>
                                          </p:stCondLst>
                                        </p:cTn>
                                        <p:tgtEl>
                                          <p:spTgt spid="4">
                                            <p:txEl>
                                              <p:pRg st="2" end="2"/>
                                            </p:txEl>
                                          </p:spTgt>
                                        </p:tgtEl>
                                        <p:attrNameLst>
                                          <p:attrName>style.visibility</p:attrName>
                                        </p:attrNameLst>
                                      </p:cBhvr>
                                      <p:to>
                                        <p:strVal val="visible"/>
                                      </p:to>
                                    </p:set>
                                    <p:animEffect transition="in" filter="fade">
                                      <p:cBhvr>
                                        <p:cTn id="57" dur="500"/>
                                        <p:tgtEl>
                                          <p:spTgt spid="4">
                                            <p:txEl>
                                              <p:pRg st="2" end="2"/>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grpId="0" nodeType="clickEffect">
                                  <p:stCondLst>
                                    <p:cond delay="0"/>
                                  </p:stCondLst>
                                  <p:childTnLst>
                                    <p:set>
                                      <p:cBhvr>
                                        <p:cTn id="61" dur="1" fill="hold">
                                          <p:stCondLst>
                                            <p:cond delay="0"/>
                                          </p:stCondLst>
                                        </p:cTn>
                                        <p:tgtEl>
                                          <p:spTgt spid="4">
                                            <p:txEl>
                                              <p:pRg st="4" end="4"/>
                                            </p:txEl>
                                          </p:spTgt>
                                        </p:tgtEl>
                                        <p:attrNameLst>
                                          <p:attrName>style.visibility</p:attrName>
                                        </p:attrNameLst>
                                      </p:cBhvr>
                                      <p:to>
                                        <p:strVal val="visible"/>
                                      </p:to>
                                    </p:set>
                                    <p:animEffect transition="in" filter="fade">
                                      <p:cBhvr>
                                        <p:cTn id="62" dur="500"/>
                                        <p:tgtEl>
                                          <p:spTgt spid="4">
                                            <p:txEl>
                                              <p:pRg st="4" end="4"/>
                                            </p:txEl>
                                          </p:spTgt>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grpId="0" nodeType="clickEffect">
                                  <p:stCondLst>
                                    <p:cond delay="0"/>
                                  </p:stCondLst>
                                  <p:childTnLst>
                                    <p:set>
                                      <p:cBhvr>
                                        <p:cTn id="66" dur="1" fill="hold">
                                          <p:stCondLst>
                                            <p:cond delay="0"/>
                                          </p:stCondLst>
                                        </p:cTn>
                                        <p:tgtEl>
                                          <p:spTgt spid="4">
                                            <p:txEl>
                                              <p:pRg st="5" end="5"/>
                                            </p:txEl>
                                          </p:spTgt>
                                        </p:tgtEl>
                                        <p:attrNameLst>
                                          <p:attrName>style.visibility</p:attrName>
                                        </p:attrNameLst>
                                      </p:cBhvr>
                                      <p:to>
                                        <p:strVal val="visible"/>
                                      </p:to>
                                    </p:set>
                                    <p:animEffect transition="in" filter="fade">
                                      <p:cBhvr>
                                        <p:cTn id="67" dur="500"/>
                                        <p:tgtEl>
                                          <p:spTgt spid="4">
                                            <p:txEl>
                                              <p:pRg st="5" end="5"/>
                                            </p:txEl>
                                          </p:spTgt>
                                        </p:tgtEl>
                                      </p:cBhvr>
                                    </p:animEffect>
                                  </p:childTnLst>
                                </p:cTn>
                              </p:par>
                            </p:childTnLst>
                          </p:cTn>
                        </p:par>
                      </p:childTnLst>
                    </p:cTn>
                  </p:par>
                  <p:par>
                    <p:cTn id="68" fill="hold">
                      <p:stCondLst>
                        <p:cond delay="indefinite"/>
                      </p:stCondLst>
                      <p:childTnLst>
                        <p:par>
                          <p:cTn id="69" fill="hold">
                            <p:stCondLst>
                              <p:cond delay="0"/>
                            </p:stCondLst>
                            <p:childTnLst>
                              <p:par>
                                <p:cTn id="70" presetID="10" presetClass="entr" presetSubtype="0" fill="hold" grpId="0" nodeType="clickEffect">
                                  <p:stCondLst>
                                    <p:cond delay="0"/>
                                  </p:stCondLst>
                                  <p:childTnLst>
                                    <p:set>
                                      <p:cBhvr>
                                        <p:cTn id="71" dur="1" fill="hold">
                                          <p:stCondLst>
                                            <p:cond delay="0"/>
                                          </p:stCondLst>
                                        </p:cTn>
                                        <p:tgtEl>
                                          <p:spTgt spid="4">
                                            <p:txEl>
                                              <p:pRg st="6" end="6"/>
                                            </p:txEl>
                                          </p:spTgt>
                                        </p:tgtEl>
                                        <p:attrNameLst>
                                          <p:attrName>style.visibility</p:attrName>
                                        </p:attrNameLst>
                                      </p:cBhvr>
                                      <p:to>
                                        <p:strVal val="visible"/>
                                      </p:to>
                                    </p:set>
                                    <p:animEffect transition="in" filter="fade">
                                      <p:cBhvr>
                                        <p:cTn id="72" dur="500"/>
                                        <p:tgtEl>
                                          <p:spTgt spid="4">
                                            <p:txEl>
                                              <p:pRg st="6" end="6"/>
                                            </p:txEl>
                                          </p:spTgt>
                                        </p:tgtEl>
                                      </p:cBhvr>
                                    </p:animEffect>
                                  </p:childTnLst>
                                </p:cTn>
                              </p:par>
                            </p:childTnLst>
                          </p:cTn>
                        </p:par>
                      </p:childTnLst>
                    </p:cTn>
                  </p:par>
                  <p:par>
                    <p:cTn id="73" fill="hold">
                      <p:stCondLst>
                        <p:cond delay="indefinite"/>
                      </p:stCondLst>
                      <p:childTnLst>
                        <p:par>
                          <p:cTn id="74" fill="hold">
                            <p:stCondLst>
                              <p:cond delay="0"/>
                            </p:stCondLst>
                            <p:childTnLst>
                              <p:par>
                                <p:cTn id="75" presetID="10" presetClass="entr" presetSubtype="0" fill="hold" grpId="0" nodeType="clickEffect">
                                  <p:stCondLst>
                                    <p:cond delay="0"/>
                                  </p:stCondLst>
                                  <p:childTnLst>
                                    <p:set>
                                      <p:cBhvr>
                                        <p:cTn id="76" dur="1" fill="hold">
                                          <p:stCondLst>
                                            <p:cond delay="0"/>
                                          </p:stCondLst>
                                        </p:cTn>
                                        <p:tgtEl>
                                          <p:spTgt spid="4">
                                            <p:txEl>
                                              <p:pRg st="7" end="7"/>
                                            </p:txEl>
                                          </p:spTgt>
                                        </p:tgtEl>
                                        <p:attrNameLst>
                                          <p:attrName>style.visibility</p:attrName>
                                        </p:attrNameLst>
                                      </p:cBhvr>
                                      <p:to>
                                        <p:strVal val="visible"/>
                                      </p:to>
                                    </p:set>
                                    <p:animEffect transition="in" filter="fade">
                                      <p:cBhvr>
                                        <p:cTn id="77" dur="500"/>
                                        <p:tgtEl>
                                          <p:spTgt spid="4">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build="p" bldLvl="5"/>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B5B43A-CF77-4279-BD3A-005604DED4E5}"/>
              </a:ext>
            </a:extLst>
          </p:cNvPr>
          <p:cNvSpPr>
            <a:spLocks noGrp="1"/>
          </p:cNvSpPr>
          <p:nvPr>
            <p:ph type="title"/>
          </p:nvPr>
        </p:nvSpPr>
        <p:spPr>
          <a:xfrm>
            <a:off x="838200" y="95794"/>
            <a:ext cx="10515600" cy="1009651"/>
          </a:xfrm>
        </p:spPr>
        <p:txBody>
          <a:bodyPr/>
          <a:lstStyle/>
          <a:p>
            <a:pPr algn="ctr"/>
            <a:r>
              <a:rPr lang="en-US" b="1" u="sng" dirty="0">
                <a:latin typeface="Times New Roman" panose="02020603050405020304" pitchFamily="18" charset="0"/>
                <a:cs typeface="Times New Roman" panose="02020603050405020304" pitchFamily="18" charset="0"/>
              </a:rPr>
              <a:t>Loop Directives</a:t>
            </a:r>
          </a:p>
        </p:txBody>
      </p:sp>
      <p:sp>
        <p:nvSpPr>
          <p:cNvPr id="3" name="Content Placeholder 2">
            <a:extLst>
              <a:ext uri="{FF2B5EF4-FFF2-40B4-BE49-F238E27FC236}">
                <a16:creationId xmlns:a16="http://schemas.microsoft.com/office/drawing/2014/main" id="{18C02893-D790-44E4-8503-E7869EE05B03}"/>
              </a:ext>
            </a:extLst>
          </p:cNvPr>
          <p:cNvSpPr>
            <a:spLocks noGrp="1"/>
          </p:cNvSpPr>
          <p:nvPr>
            <p:ph idx="1"/>
          </p:nvPr>
        </p:nvSpPr>
        <p:spPr>
          <a:xfrm>
            <a:off x="838200" y="1105444"/>
            <a:ext cx="5156200" cy="5452109"/>
          </a:xfrm>
        </p:spPr>
        <p:txBody>
          <a:bodyPr>
            <a:normAutofit/>
          </a:bodyPr>
          <a:lstStyle/>
          <a:p>
            <a:r>
              <a:rPr lang="en-US" sz="2400" dirty="0">
                <a:latin typeface="Times New Roman" panose="02020603050405020304" pitchFamily="18" charset="0"/>
                <a:cs typeface="Times New Roman" panose="02020603050405020304" pitchFamily="18" charset="0"/>
              </a:rPr>
              <a:t>for Directive</a:t>
            </a:r>
          </a:p>
          <a:p>
            <a:pPr marL="227013" indent="0">
              <a:buNone/>
            </a:pPr>
            <a:r>
              <a:rPr lang="en-US" sz="2400" dirty="0">
                <a:latin typeface="Times New Roman" panose="02020603050405020304" pitchFamily="18" charset="0"/>
                <a:cs typeface="Times New Roman" panose="02020603050405020304" pitchFamily="18" charset="0"/>
              </a:rPr>
              <a:t>@for (initial; condition; </a:t>
            </a:r>
            <a:r>
              <a:rPr lang="en-US" sz="2400" dirty="0" err="1">
                <a:latin typeface="Times New Roman" panose="02020603050405020304" pitchFamily="18" charset="0"/>
                <a:cs typeface="Times New Roman" panose="02020603050405020304" pitchFamily="18" charset="0"/>
              </a:rPr>
              <a:t>incr</a:t>
            </a:r>
            <a:r>
              <a:rPr lang="en-US" sz="2400" dirty="0">
                <a:latin typeface="Times New Roman" panose="02020603050405020304" pitchFamily="18" charset="0"/>
                <a:cs typeface="Times New Roman" panose="02020603050405020304" pitchFamily="18" charset="0"/>
              </a:rPr>
              <a:t>/</a:t>
            </a:r>
            <a:r>
              <a:rPr lang="en-US" sz="2400" dirty="0" err="1">
                <a:latin typeface="Times New Roman" panose="02020603050405020304" pitchFamily="18" charset="0"/>
                <a:cs typeface="Times New Roman" panose="02020603050405020304" pitchFamily="18" charset="0"/>
              </a:rPr>
              <a:t>decr</a:t>
            </a:r>
            <a:r>
              <a:rPr lang="en-US" sz="2400" dirty="0">
                <a:latin typeface="Times New Roman" panose="02020603050405020304" pitchFamily="18" charset="0"/>
                <a:cs typeface="Times New Roman" panose="02020603050405020304" pitchFamily="18" charset="0"/>
              </a:rPr>
              <a:t> )</a:t>
            </a:r>
          </a:p>
          <a:p>
            <a:pPr marL="227013" indent="0">
              <a:buNone/>
            </a:pPr>
            <a:r>
              <a:rPr lang="en-US" sz="2400" dirty="0">
                <a:latin typeface="Times New Roman" panose="02020603050405020304" pitchFamily="18" charset="0"/>
                <a:cs typeface="Times New Roman" panose="02020603050405020304" pitchFamily="18" charset="0"/>
              </a:rPr>
              <a:t>    ……………………</a:t>
            </a:r>
          </a:p>
          <a:p>
            <a:pPr marL="227013" indent="0">
              <a:buNone/>
            </a:pPr>
            <a:r>
              <a:rPr lang="en-US" sz="2400" dirty="0">
                <a:latin typeface="Times New Roman" panose="02020603050405020304" pitchFamily="18" charset="0"/>
                <a:cs typeface="Times New Roman" panose="02020603050405020304" pitchFamily="18" charset="0"/>
              </a:rPr>
              <a:t>@</a:t>
            </a:r>
            <a:r>
              <a:rPr lang="en-US" sz="2400" dirty="0" err="1">
                <a:latin typeface="Times New Roman" panose="02020603050405020304" pitchFamily="18" charset="0"/>
                <a:cs typeface="Times New Roman" panose="02020603050405020304" pitchFamily="18" charset="0"/>
              </a:rPr>
              <a:t>endfor</a:t>
            </a:r>
            <a:endParaRPr lang="en-US" sz="2400" dirty="0">
              <a:latin typeface="Times New Roman" panose="02020603050405020304" pitchFamily="18" charset="0"/>
              <a:cs typeface="Times New Roman" panose="02020603050405020304" pitchFamily="18" charset="0"/>
            </a:endParaRPr>
          </a:p>
          <a:p>
            <a:pPr marL="227013" indent="0">
              <a:buNone/>
            </a:pPr>
            <a:endParaRPr lang="en-US"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foreach Directive</a:t>
            </a:r>
          </a:p>
          <a:p>
            <a:pPr marL="227013" indent="0">
              <a:buNone/>
            </a:pPr>
            <a:r>
              <a:rPr lang="en-US" sz="2400" dirty="0">
                <a:latin typeface="Times New Roman" panose="02020603050405020304" pitchFamily="18" charset="0"/>
                <a:cs typeface="Times New Roman" panose="02020603050405020304" pitchFamily="18" charset="0"/>
              </a:rPr>
              <a:t>@foreach (</a:t>
            </a:r>
            <a:r>
              <a:rPr lang="en-US" sz="2400" dirty="0" err="1">
                <a:latin typeface="Times New Roman" panose="02020603050405020304" pitchFamily="18" charset="0"/>
                <a:cs typeface="Times New Roman" panose="02020603050405020304" pitchFamily="18" charset="0"/>
              </a:rPr>
              <a:t>array_name</a:t>
            </a:r>
            <a:r>
              <a:rPr lang="en-US" sz="2400" dirty="0">
                <a:latin typeface="Times New Roman" panose="02020603050405020304" pitchFamily="18" charset="0"/>
                <a:cs typeface="Times New Roman" panose="02020603050405020304" pitchFamily="18" charset="0"/>
              </a:rPr>
              <a:t> as value)</a:t>
            </a:r>
          </a:p>
          <a:p>
            <a:pPr marL="227013" indent="0">
              <a:buNone/>
            </a:pPr>
            <a:r>
              <a:rPr lang="en-US" sz="2400" dirty="0">
                <a:latin typeface="Times New Roman" panose="02020603050405020304" pitchFamily="18" charset="0"/>
                <a:cs typeface="Times New Roman" panose="02020603050405020304" pitchFamily="18" charset="0"/>
              </a:rPr>
              <a:t>    ……………………</a:t>
            </a:r>
          </a:p>
          <a:p>
            <a:pPr marL="227013" indent="0">
              <a:buNone/>
            </a:pPr>
            <a:r>
              <a:rPr lang="en-US" sz="2400" dirty="0">
                <a:latin typeface="Times New Roman" panose="02020603050405020304" pitchFamily="18" charset="0"/>
                <a:cs typeface="Times New Roman" panose="02020603050405020304" pitchFamily="18" charset="0"/>
              </a:rPr>
              <a:t>@</a:t>
            </a:r>
            <a:r>
              <a:rPr lang="en-US" sz="2400" dirty="0" err="1">
                <a:latin typeface="Times New Roman" panose="02020603050405020304" pitchFamily="18" charset="0"/>
                <a:cs typeface="Times New Roman" panose="02020603050405020304" pitchFamily="18" charset="0"/>
              </a:rPr>
              <a:t>endforeach</a:t>
            </a:r>
            <a:endParaRPr lang="en-US" sz="2400" dirty="0">
              <a:latin typeface="Times New Roman" panose="02020603050405020304" pitchFamily="18" charset="0"/>
              <a:cs typeface="Times New Roman" panose="02020603050405020304" pitchFamily="18" charset="0"/>
            </a:endParaRPr>
          </a:p>
        </p:txBody>
      </p:sp>
      <p:sp>
        <p:nvSpPr>
          <p:cNvPr id="4" name="Content Placeholder 2">
            <a:extLst>
              <a:ext uri="{FF2B5EF4-FFF2-40B4-BE49-F238E27FC236}">
                <a16:creationId xmlns:a16="http://schemas.microsoft.com/office/drawing/2014/main" id="{D7AD8C1E-EF4C-4623-9A99-546175A4CF9F}"/>
              </a:ext>
            </a:extLst>
          </p:cNvPr>
          <p:cNvSpPr txBox="1">
            <a:spLocks/>
          </p:cNvSpPr>
          <p:nvPr/>
        </p:nvSpPr>
        <p:spPr>
          <a:xfrm>
            <a:off x="5994400" y="1105444"/>
            <a:ext cx="5156200" cy="5452109"/>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400" dirty="0" err="1">
                <a:latin typeface="Times New Roman" panose="02020603050405020304" pitchFamily="18" charset="0"/>
                <a:cs typeface="Times New Roman" panose="02020603050405020304" pitchFamily="18" charset="0"/>
              </a:rPr>
              <a:t>forelse</a:t>
            </a:r>
            <a:r>
              <a:rPr lang="en-US" sz="2400" dirty="0">
                <a:latin typeface="Times New Roman" panose="02020603050405020304" pitchFamily="18" charset="0"/>
                <a:cs typeface="Times New Roman" panose="02020603050405020304" pitchFamily="18" charset="0"/>
              </a:rPr>
              <a:t> Directive</a:t>
            </a:r>
          </a:p>
          <a:p>
            <a:pPr marL="227013" indent="0">
              <a:buFont typeface="Arial" panose="020B0604020202020204" pitchFamily="34" charset="0"/>
              <a:buNone/>
            </a:pPr>
            <a:r>
              <a:rPr lang="en-US" sz="2400" dirty="0">
                <a:latin typeface="Times New Roman" panose="02020603050405020304" pitchFamily="18" charset="0"/>
                <a:cs typeface="Times New Roman" panose="02020603050405020304" pitchFamily="18" charset="0"/>
              </a:rPr>
              <a:t>@</a:t>
            </a:r>
            <a:r>
              <a:rPr lang="en-US" sz="2400" dirty="0" err="1">
                <a:latin typeface="Times New Roman" panose="02020603050405020304" pitchFamily="18" charset="0"/>
                <a:cs typeface="Times New Roman" panose="02020603050405020304" pitchFamily="18" charset="0"/>
              </a:rPr>
              <a:t>forelse</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array_name</a:t>
            </a:r>
            <a:r>
              <a:rPr lang="en-US" sz="2400" dirty="0">
                <a:latin typeface="Times New Roman" panose="02020603050405020304" pitchFamily="18" charset="0"/>
                <a:cs typeface="Times New Roman" panose="02020603050405020304" pitchFamily="18" charset="0"/>
              </a:rPr>
              <a:t> as value)</a:t>
            </a:r>
          </a:p>
          <a:p>
            <a:pPr marL="227013" indent="0">
              <a:buFont typeface="Arial" panose="020B0604020202020204" pitchFamily="34" charset="0"/>
              <a:buNone/>
            </a:pPr>
            <a:r>
              <a:rPr lang="en-US" sz="2400" dirty="0">
                <a:latin typeface="Times New Roman" panose="02020603050405020304" pitchFamily="18" charset="0"/>
                <a:cs typeface="Times New Roman" panose="02020603050405020304" pitchFamily="18" charset="0"/>
              </a:rPr>
              <a:t>    ……………………</a:t>
            </a:r>
          </a:p>
          <a:p>
            <a:pPr marL="227013" indent="0">
              <a:buFont typeface="Arial" panose="020B0604020202020204" pitchFamily="34" charset="0"/>
              <a:buNone/>
            </a:pPr>
            <a:r>
              <a:rPr lang="en-US" sz="2400" dirty="0">
                <a:latin typeface="Times New Roman" panose="02020603050405020304" pitchFamily="18" charset="0"/>
                <a:cs typeface="Times New Roman" panose="02020603050405020304" pitchFamily="18" charset="0"/>
              </a:rPr>
              <a:t>@empty</a:t>
            </a:r>
          </a:p>
          <a:p>
            <a:pPr marL="227013" indent="0">
              <a:buFont typeface="Arial" panose="020B0604020202020204" pitchFamily="34" charset="0"/>
              <a:buNone/>
            </a:pPr>
            <a:r>
              <a:rPr lang="en-US" sz="2400" dirty="0">
                <a:latin typeface="Times New Roman" panose="02020603050405020304" pitchFamily="18" charset="0"/>
                <a:cs typeface="Times New Roman" panose="02020603050405020304" pitchFamily="18" charset="0"/>
              </a:rPr>
              <a:t>    ……………………</a:t>
            </a:r>
          </a:p>
          <a:p>
            <a:pPr marL="227013" indent="0">
              <a:buFont typeface="Arial" panose="020B0604020202020204" pitchFamily="34" charset="0"/>
              <a:buNone/>
            </a:pPr>
            <a:r>
              <a:rPr lang="en-US" sz="2400" dirty="0">
                <a:latin typeface="Times New Roman" panose="02020603050405020304" pitchFamily="18" charset="0"/>
                <a:cs typeface="Times New Roman" panose="02020603050405020304" pitchFamily="18" charset="0"/>
              </a:rPr>
              <a:t>@</a:t>
            </a:r>
            <a:r>
              <a:rPr lang="en-US" sz="2400" dirty="0" err="1">
                <a:latin typeface="Times New Roman" panose="02020603050405020304" pitchFamily="18" charset="0"/>
                <a:cs typeface="Times New Roman" panose="02020603050405020304" pitchFamily="18" charset="0"/>
              </a:rPr>
              <a:t>endforelse</a:t>
            </a:r>
            <a:endParaRPr lang="en-US" sz="2400" dirty="0">
              <a:latin typeface="Times New Roman" panose="02020603050405020304" pitchFamily="18" charset="0"/>
              <a:cs typeface="Times New Roman" panose="02020603050405020304" pitchFamily="18" charset="0"/>
            </a:endParaRPr>
          </a:p>
          <a:p>
            <a:pPr marL="227013" indent="0">
              <a:buFont typeface="Arial" panose="020B0604020202020204" pitchFamily="34" charset="0"/>
              <a:buNone/>
            </a:pPr>
            <a:endParaRPr lang="en-US"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while Directive</a:t>
            </a:r>
          </a:p>
          <a:p>
            <a:pPr marL="227013" indent="0">
              <a:buNone/>
            </a:pPr>
            <a:r>
              <a:rPr lang="en-US" sz="2400" dirty="0">
                <a:latin typeface="Times New Roman" panose="02020603050405020304" pitchFamily="18" charset="0"/>
                <a:cs typeface="Times New Roman" panose="02020603050405020304" pitchFamily="18" charset="0"/>
              </a:rPr>
              <a:t>@while (condition)</a:t>
            </a:r>
          </a:p>
          <a:p>
            <a:pPr marL="227013" indent="0">
              <a:buNone/>
            </a:pPr>
            <a:r>
              <a:rPr lang="en-US" sz="2400" dirty="0">
                <a:latin typeface="Times New Roman" panose="02020603050405020304" pitchFamily="18" charset="0"/>
                <a:cs typeface="Times New Roman" panose="02020603050405020304" pitchFamily="18" charset="0"/>
              </a:rPr>
              <a:t>    ……………………</a:t>
            </a:r>
          </a:p>
          <a:p>
            <a:pPr marL="227013" indent="0">
              <a:buNone/>
            </a:pPr>
            <a:r>
              <a:rPr lang="en-US" sz="2400" dirty="0">
                <a:latin typeface="Times New Roman" panose="02020603050405020304" pitchFamily="18" charset="0"/>
                <a:cs typeface="Times New Roman" panose="02020603050405020304" pitchFamily="18" charset="0"/>
              </a:rPr>
              <a:t>@</a:t>
            </a:r>
            <a:r>
              <a:rPr lang="en-US" sz="2400" dirty="0" err="1">
                <a:latin typeface="Times New Roman" panose="02020603050405020304" pitchFamily="18" charset="0"/>
                <a:cs typeface="Times New Roman" panose="02020603050405020304" pitchFamily="18" charset="0"/>
              </a:rPr>
              <a:t>endwhile</a:t>
            </a:r>
            <a:endParaRPr lang="en-US" sz="2400"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06DB7CE1-3418-48AD-BE25-53DFA4D31174}"/>
              </a:ext>
            </a:extLst>
          </p:cNvPr>
          <p:cNvSpPr txBox="1"/>
          <p:nvPr/>
        </p:nvSpPr>
        <p:spPr>
          <a:xfrm>
            <a:off x="1041400" y="5985128"/>
            <a:ext cx="4681346" cy="461665"/>
          </a:xfrm>
          <a:prstGeom prst="rect">
            <a:avLst/>
          </a:prstGeom>
          <a:noFill/>
        </p:spPr>
        <p:txBody>
          <a:bodyPr wrap="none" rtlCol="0">
            <a:spAutoFit/>
          </a:bodyPr>
          <a:lstStyle/>
          <a:p>
            <a:r>
              <a:rPr lang="en-US" sz="2400" dirty="0">
                <a:latin typeface="Times New Roman" panose="02020603050405020304" pitchFamily="18" charset="0"/>
                <a:cs typeface="Times New Roman" panose="02020603050405020304" pitchFamily="18" charset="0"/>
              </a:rPr>
              <a:t>Note:- We can also do Nested Loops</a:t>
            </a:r>
          </a:p>
        </p:txBody>
      </p:sp>
    </p:spTree>
    <p:extLst>
      <p:ext uri="{BB962C8B-B14F-4D97-AF65-F5344CB8AC3E}">
        <p14:creationId xmlns:p14="http://schemas.microsoft.com/office/powerpoint/2010/main" val="8979099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Effect transition="in" filter="fade">
                                      <p:cBhvr>
                                        <p:cTn id="27" dur="500"/>
                                        <p:tgtEl>
                                          <p:spTgt spid="3">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6" end="6"/>
                                            </p:txEl>
                                          </p:spTgt>
                                        </p:tgtEl>
                                        <p:attrNameLst>
                                          <p:attrName>style.visibility</p:attrName>
                                        </p:attrNameLst>
                                      </p:cBhvr>
                                      <p:to>
                                        <p:strVal val="visible"/>
                                      </p:to>
                                    </p:set>
                                    <p:animEffect transition="in" filter="fade">
                                      <p:cBhvr>
                                        <p:cTn id="32" dur="500"/>
                                        <p:tgtEl>
                                          <p:spTgt spid="3">
                                            <p:txEl>
                                              <p:pRg st="6" end="6"/>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
                                            <p:txEl>
                                              <p:pRg st="7" end="7"/>
                                            </p:txEl>
                                          </p:spTgt>
                                        </p:tgtEl>
                                        <p:attrNameLst>
                                          <p:attrName>style.visibility</p:attrName>
                                        </p:attrNameLst>
                                      </p:cBhvr>
                                      <p:to>
                                        <p:strVal val="visible"/>
                                      </p:to>
                                    </p:set>
                                    <p:animEffect transition="in" filter="fade">
                                      <p:cBhvr>
                                        <p:cTn id="37" dur="500"/>
                                        <p:tgtEl>
                                          <p:spTgt spid="3">
                                            <p:txEl>
                                              <p:pRg st="7" end="7"/>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3">
                                            <p:txEl>
                                              <p:pRg st="8" end="8"/>
                                            </p:txEl>
                                          </p:spTgt>
                                        </p:tgtEl>
                                        <p:attrNameLst>
                                          <p:attrName>style.visibility</p:attrName>
                                        </p:attrNameLst>
                                      </p:cBhvr>
                                      <p:to>
                                        <p:strVal val="visible"/>
                                      </p:to>
                                    </p:set>
                                    <p:animEffect transition="in" filter="fade">
                                      <p:cBhvr>
                                        <p:cTn id="42" dur="500"/>
                                        <p:tgtEl>
                                          <p:spTgt spid="3">
                                            <p:txEl>
                                              <p:pRg st="8" end="8"/>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4">
                                            <p:txEl>
                                              <p:pRg st="0" end="0"/>
                                            </p:txEl>
                                          </p:spTgt>
                                        </p:tgtEl>
                                        <p:attrNameLst>
                                          <p:attrName>style.visibility</p:attrName>
                                        </p:attrNameLst>
                                      </p:cBhvr>
                                      <p:to>
                                        <p:strVal val="visible"/>
                                      </p:to>
                                    </p:set>
                                    <p:animEffect transition="in" filter="fade">
                                      <p:cBhvr>
                                        <p:cTn id="47" dur="500"/>
                                        <p:tgtEl>
                                          <p:spTgt spid="4">
                                            <p:txEl>
                                              <p:pRg st="0" end="0"/>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4">
                                            <p:txEl>
                                              <p:pRg st="1" end="1"/>
                                            </p:txEl>
                                          </p:spTgt>
                                        </p:tgtEl>
                                        <p:attrNameLst>
                                          <p:attrName>style.visibility</p:attrName>
                                        </p:attrNameLst>
                                      </p:cBhvr>
                                      <p:to>
                                        <p:strVal val="visible"/>
                                      </p:to>
                                    </p:set>
                                    <p:animEffect transition="in" filter="fade">
                                      <p:cBhvr>
                                        <p:cTn id="52" dur="500"/>
                                        <p:tgtEl>
                                          <p:spTgt spid="4">
                                            <p:txEl>
                                              <p:pRg st="1" end="1"/>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grpId="0" nodeType="clickEffect">
                                  <p:stCondLst>
                                    <p:cond delay="0"/>
                                  </p:stCondLst>
                                  <p:childTnLst>
                                    <p:set>
                                      <p:cBhvr>
                                        <p:cTn id="56" dur="1" fill="hold">
                                          <p:stCondLst>
                                            <p:cond delay="0"/>
                                          </p:stCondLst>
                                        </p:cTn>
                                        <p:tgtEl>
                                          <p:spTgt spid="4">
                                            <p:txEl>
                                              <p:pRg st="2" end="2"/>
                                            </p:txEl>
                                          </p:spTgt>
                                        </p:tgtEl>
                                        <p:attrNameLst>
                                          <p:attrName>style.visibility</p:attrName>
                                        </p:attrNameLst>
                                      </p:cBhvr>
                                      <p:to>
                                        <p:strVal val="visible"/>
                                      </p:to>
                                    </p:set>
                                    <p:animEffect transition="in" filter="fade">
                                      <p:cBhvr>
                                        <p:cTn id="57" dur="500"/>
                                        <p:tgtEl>
                                          <p:spTgt spid="4">
                                            <p:txEl>
                                              <p:pRg st="2" end="2"/>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grpId="0" nodeType="clickEffect">
                                  <p:stCondLst>
                                    <p:cond delay="0"/>
                                  </p:stCondLst>
                                  <p:childTnLst>
                                    <p:set>
                                      <p:cBhvr>
                                        <p:cTn id="61" dur="1" fill="hold">
                                          <p:stCondLst>
                                            <p:cond delay="0"/>
                                          </p:stCondLst>
                                        </p:cTn>
                                        <p:tgtEl>
                                          <p:spTgt spid="4">
                                            <p:txEl>
                                              <p:pRg st="3" end="3"/>
                                            </p:txEl>
                                          </p:spTgt>
                                        </p:tgtEl>
                                        <p:attrNameLst>
                                          <p:attrName>style.visibility</p:attrName>
                                        </p:attrNameLst>
                                      </p:cBhvr>
                                      <p:to>
                                        <p:strVal val="visible"/>
                                      </p:to>
                                    </p:set>
                                    <p:animEffect transition="in" filter="fade">
                                      <p:cBhvr>
                                        <p:cTn id="62" dur="500"/>
                                        <p:tgtEl>
                                          <p:spTgt spid="4">
                                            <p:txEl>
                                              <p:pRg st="3" end="3"/>
                                            </p:txEl>
                                          </p:spTgt>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grpId="0" nodeType="clickEffect">
                                  <p:stCondLst>
                                    <p:cond delay="0"/>
                                  </p:stCondLst>
                                  <p:childTnLst>
                                    <p:set>
                                      <p:cBhvr>
                                        <p:cTn id="66" dur="1" fill="hold">
                                          <p:stCondLst>
                                            <p:cond delay="0"/>
                                          </p:stCondLst>
                                        </p:cTn>
                                        <p:tgtEl>
                                          <p:spTgt spid="4">
                                            <p:txEl>
                                              <p:pRg st="4" end="4"/>
                                            </p:txEl>
                                          </p:spTgt>
                                        </p:tgtEl>
                                        <p:attrNameLst>
                                          <p:attrName>style.visibility</p:attrName>
                                        </p:attrNameLst>
                                      </p:cBhvr>
                                      <p:to>
                                        <p:strVal val="visible"/>
                                      </p:to>
                                    </p:set>
                                    <p:animEffect transition="in" filter="fade">
                                      <p:cBhvr>
                                        <p:cTn id="67" dur="500"/>
                                        <p:tgtEl>
                                          <p:spTgt spid="4">
                                            <p:txEl>
                                              <p:pRg st="4" end="4"/>
                                            </p:txEl>
                                          </p:spTgt>
                                        </p:tgtEl>
                                      </p:cBhvr>
                                    </p:animEffect>
                                  </p:childTnLst>
                                </p:cTn>
                              </p:par>
                            </p:childTnLst>
                          </p:cTn>
                        </p:par>
                      </p:childTnLst>
                    </p:cTn>
                  </p:par>
                  <p:par>
                    <p:cTn id="68" fill="hold">
                      <p:stCondLst>
                        <p:cond delay="indefinite"/>
                      </p:stCondLst>
                      <p:childTnLst>
                        <p:par>
                          <p:cTn id="69" fill="hold">
                            <p:stCondLst>
                              <p:cond delay="0"/>
                            </p:stCondLst>
                            <p:childTnLst>
                              <p:par>
                                <p:cTn id="70" presetID="10" presetClass="entr" presetSubtype="0" fill="hold" grpId="0" nodeType="clickEffect">
                                  <p:stCondLst>
                                    <p:cond delay="0"/>
                                  </p:stCondLst>
                                  <p:childTnLst>
                                    <p:set>
                                      <p:cBhvr>
                                        <p:cTn id="71" dur="1" fill="hold">
                                          <p:stCondLst>
                                            <p:cond delay="0"/>
                                          </p:stCondLst>
                                        </p:cTn>
                                        <p:tgtEl>
                                          <p:spTgt spid="4">
                                            <p:txEl>
                                              <p:pRg st="5" end="5"/>
                                            </p:txEl>
                                          </p:spTgt>
                                        </p:tgtEl>
                                        <p:attrNameLst>
                                          <p:attrName>style.visibility</p:attrName>
                                        </p:attrNameLst>
                                      </p:cBhvr>
                                      <p:to>
                                        <p:strVal val="visible"/>
                                      </p:to>
                                    </p:set>
                                    <p:animEffect transition="in" filter="fade">
                                      <p:cBhvr>
                                        <p:cTn id="72" dur="500"/>
                                        <p:tgtEl>
                                          <p:spTgt spid="4">
                                            <p:txEl>
                                              <p:pRg st="5" end="5"/>
                                            </p:txEl>
                                          </p:spTgt>
                                        </p:tgtEl>
                                      </p:cBhvr>
                                    </p:animEffect>
                                  </p:childTnLst>
                                </p:cTn>
                              </p:par>
                            </p:childTnLst>
                          </p:cTn>
                        </p:par>
                      </p:childTnLst>
                    </p:cTn>
                  </p:par>
                  <p:par>
                    <p:cTn id="73" fill="hold">
                      <p:stCondLst>
                        <p:cond delay="indefinite"/>
                      </p:stCondLst>
                      <p:childTnLst>
                        <p:par>
                          <p:cTn id="74" fill="hold">
                            <p:stCondLst>
                              <p:cond delay="0"/>
                            </p:stCondLst>
                            <p:childTnLst>
                              <p:par>
                                <p:cTn id="75" presetID="10" presetClass="entr" presetSubtype="0" fill="hold" grpId="0" nodeType="clickEffect">
                                  <p:stCondLst>
                                    <p:cond delay="0"/>
                                  </p:stCondLst>
                                  <p:childTnLst>
                                    <p:set>
                                      <p:cBhvr>
                                        <p:cTn id="76" dur="1" fill="hold">
                                          <p:stCondLst>
                                            <p:cond delay="0"/>
                                          </p:stCondLst>
                                        </p:cTn>
                                        <p:tgtEl>
                                          <p:spTgt spid="4">
                                            <p:txEl>
                                              <p:pRg st="7" end="7"/>
                                            </p:txEl>
                                          </p:spTgt>
                                        </p:tgtEl>
                                        <p:attrNameLst>
                                          <p:attrName>style.visibility</p:attrName>
                                        </p:attrNameLst>
                                      </p:cBhvr>
                                      <p:to>
                                        <p:strVal val="visible"/>
                                      </p:to>
                                    </p:set>
                                    <p:animEffect transition="in" filter="fade">
                                      <p:cBhvr>
                                        <p:cTn id="77" dur="500"/>
                                        <p:tgtEl>
                                          <p:spTgt spid="4">
                                            <p:txEl>
                                              <p:pRg st="7" end="7"/>
                                            </p:txEl>
                                          </p:spTgt>
                                        </p:tgtEl>
                                      </p:cBhvr>
                                    </p:animEffect>
                                  </p:childTnLst>
                                </p:cTn>
                              </p:par>
                            </p:childTnLst>
                          </p:cTn>
                        </p:par>
                      </p:childTnLst>
                    </p:cTn>
                  </p:par>
                  <p:par>
                    <p:cTn id="78" fill="hold">
                      <p:stCondLst>
                        <p:cond delay="indefinite"/>
                      </p:stCondLst>
                      <p:childTnLst>
                        <p:par>
                          <p:cTn id="79" fill="hold">
                            <p:stCondLst>
                              <p:cond delay="0"/>
                            </p:stCondLst>
                            <p:childTnLst>
                              <p:par>
                                <p:cTn id="80" presetID="10" presetClass="entr" presetSubtype="0" fill="hold" grpId="0" nodeType="clickEffect">
                                  <p:stCondLst>
                                    <p:cond delay="0"/>
                                  </p:stCondLst>
                                  <p:childTnLst>
                                    <p:set>
                                      <p:cBhvr>
                                        <p:cTn id="81" dur="1" fill="hold">
                                          <p:stCondLst>
                                            <p:cond delay="0"/>
                                          </p:stCondLst>
                                        </p:cTn>
                                        <p:tgtEl>
                                          <p:spTgt spid="4">
                                            <p:txEl>
                                              <p:pRg st="8" end="8"/>
                                            </p:txEl>
                                          </p:spTgt>
                                        </p:tgtEl>
                                        <p:attrNameLst>
                                          <p:attrName>style.visibility</p:attrName>
                                        </p:attrNameLst>
                                      </p:cBhvr>
                                      <p:to>
                                        <p:strVal val="visible"/>
                                      </p:to>
                                    </p:set>
                                    <p:animEffect transition="in" filter="fade">
                                      <p:cBhvr>
                                        <p:cTn id="82" dur="500"/>
                                        <p:tgtEl>
                                          <p:spTgt spid="4">
                                            <p:txEl>
                                              <p:pRg st="8" end="8"/>
                                            </p:txEl>
                                          </p:spTgt>
                                        </p:tgtEl>
                                      </p:cBhvr>
                                    </p:animEffect>
                                  </p:childTnLst>
                                </p:cTn>
                              </p:par>
                            </p:childTnLst>
                          </p:cTn>
                        </p:par>
                      </p:childTnLst>
                    </p:cTn>
                  </p:par>
                  <p:par>
                    <p:cTn id="83" fill="hold">
                      <p:stCondLst>
                        <p:cond delay="indefinite"/>
                      </p:stCondLst>
                      <p:childTnLst>
                        <p:par>
                          <p:cTn id="84" fill="hold">
                            <p:stCondLst>
                              <p:cond delay="0"/>
                            </p:stCondLst>
                            <p:childTnLst>
                              <p:par>
                                <p:cTn id="85" presetID="10" presetClass="entr" presetSubtype="0" fill="hold" grpId="0" nodeType="clickEffect">
                                  <p:stCondLst>
                                    <p:cond delay="0"/>
                                  </p:stCondLst>
                                  <p:childTnLst>
                                    <p:set>
                                      <p:cBhvr>
                                        <p:cTn id="86" dur="1" fill="hold">
                                          <p:stCondLst>
                                            <p:cond delay="0"/>
                                          </p:stCondLst>
                                        </p:cTn>
                                        <p:tgtEl>
                                          <p:spTgt spid="4">
                                            <p:txEl>
                                              <p:pRg st="9" end="9"/>
                                            </p:txEl>
                                          </p:spTgt>
                                        </p:tgtEl>
                                        <p:attrNameLst>
                                          <p:attrName>style.visibility</p:attrName>
                                        </p:attrNameLst>
                                      </p:cBhvr>
                                      <p:to>
                                        <p:strVal val="visible"/>
                                      </p:to>
                                    </p:set>
                                    <p:animEffect transition="in" filter="fade">
                                      <p:cBhvr>
                                        <p:cTn id="87" dur="500"/>
                                        <p:tgtEl>
                                          <p:spTgt spid="4">
                                            <p:txEl>
                                              <p:pRg st="9" end="9"/>
                                            </p:txEl>
                                          </p:spTgt>
                                        </p:tgtEl>
                                      </p:cBhvr>
                                    </p:animEffect>
                                  </p:childTnLst>
                                </p:cTn>
                              </p:par>
                            </p:childTnLst>
                          </p:cTn>
                        </p:par>
                      </p:childTnLst>
                    </p:cTn>
                  </p:par>
                  <p:par>
                    <p:cTn id="88" fill="hold">
                      <p:stCondLst>
                        <p:cond delay="indefinite"/>
                      </p:stCondLst>
                      <p:childTnLst>
                        <p:par>
                          <p:cTn id="89" fill="hold">
                            <p:stCondLst>
                              <p:cond delay="0"/>
                            </p:stCondLst>
                            <p:childTnLst>
                              <p:par>
                                <p:cTn id="90" presetID="10" presetClass="entr" presetSubtype="0" fill="hold" grpId="0" nodeType="clickEffect">
                                  <p:stCondLst>
                                    <p:cond delay="0"/>
                                  </p:stCondLst>
                                  <p:childTnLst>
                                    <p:set>
                                      <p:cBhvr>
                                        <p:cTn id="91" dur="1" fill="hold">
                                          <p:stCondLst>
                                            <p:cond delay="0"/>
                                          </p:stCondLst>
                                        </p:cTn>
                                        <p:tgtEl>
                                          <p:spTgt spid="4">
                                            <p:txEl>
                                              <p:pRg st="10" end="10"/>
                                            </p:txEl>
                                          </p:spTgt>
                                        </p:tgtEl>
                                        <p:attrNameLst>
                                          <p:attrName>style.visibility</p:attrName>
                                        </p:attrNameLst>
                                      </p:cBhvr>
                                      <p:to>
                                        <p:strVal val="visible"/>
                                      </p:to>
                                    </p:set>
                                    <p:animEffect transition="in" filter="fade">
                                      <p:cBhvr>
                                        <p:cTn id="92" dur="500"/>
                                        <p:tgtEl>
                                          <p:spTgt spid="4">
                                            <p:txEl>
                                              <p:pRg st="10" end="10"/>
                                            </p:txEl>
                                          </p:spTgt>
                                        </p:tgtEl>
                                      </p:cBhvr>
                                    </p:animEffect>
                                  </p:childTnLst>
                                </p:cTn>
                              </p:par>
                            </p:childTnLst>
                          </p:cTn>
                        </p:par>
                      </p:childTnLst>
                    </p:cTn>
                  </p:par>
                  <p:par>
                    <p:cTn id="93" fill="hold">
                      <p:stCondLst>
                        <p:cond delay="indefinite"/>
                      </p:stCondLst>
                      <p:childTnLst>
                        <p:par>
                          <p:cTn id="94" fill="hold">
                            <p:stCondLst>
                              <p:cond delay="0"/>
                            </p:stCondLst>
                            <p:childTnLst>
                              <p:par>
                                <p:cTn id="95" presetID="10" presetClass="entr" presetSubtype="0" fill="hold" grpId="0" nodeType="clickEffect">
                                  <p:stCondLst>
                                    <p:cond delay="0"/>
                                  </p:stCondLst>
                                  <p:childTnLst>
                                    <p:set>
                                      <p:cBhvr>
                                        <p:cTn id="96" dur="1" fill="hold">
                                          <p:stCondLst>
                                            <p:cond delay="0"/>
                                          </p:stCondLst>
                                        </p:cTn>
                                        <p:tgtEl>
                                          <p:spTgt spid="5"/>
                                        </p:tgtEl>
                                        <p:attrNameLst>
                                          <p:attrName>style.visibility</p:attrName>
                                        </p:attrNameLst>
                                      </p:cBhvr>
                                      <p:to>
                                        <p:strVal val="visible"/>
                                      </p:to>
                                    </p:set>
                                    <p:animEffect transition="in" filter="fade">
                                      <p:cBhvr>
                                        <p:cTn id="9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build="p" bldLvl="5"/>
      <p:bldP spid="5"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B5B43A-CF77-4279-BD3A-005604DED4E5}"/>
              </a:ext>
            </a:extLst>
          </p:cNvPr>
          <p:cNvSpPr>
            <a:spLocks noGrp="1"/>
          </p:cNvSpPr>
          <p:nvPr>
            <p:ph type="title"/>
          </p:nvPr>
        </p:nvSpPr>
        <p:spPr>
          <a:xfrm>
            <a:off x="838200" y="95794"/>
            <a:ext cx="10515600" cy="1009651"/>
          </a:xfrm>
        </p:spPr>
        <p:txBody>
          <a:bodyPr/>
          <a:lstStyle/>
          <a:p>
            <a:pPr algn="ctr"/>
            <a:r>
              <a:rPr lang="en-US" b="1" u="sng" dirty="0">
                <a:latin typeface="Times New Roman" panose="02020603050405020304" pitchFamily="18" charset="0"/>
                <a:cs typeface="Times New Roman" panose="02020603050405020304" pitchFamily="18" charset="0"/>
              </a:rPr>
              <a:t>Break and Continue Directives</a:t>
            </a:r>
          </a:p>
        </p:txBody>
      </p:sp>
      <p:sp>
        <p:nvSpPr>
          <p:cNvPr id="3" name="Content Placeholder 2">
            <a:extLst>
              <a:ext uri="{FF2B5EF4-FFF2-40B4-BE49-F238E27FC236}">
                <a16:creationId xmlns:a16="http://schemas.microsoft.com/office/drawing/2014/main" id="{18C02893-D790-44E4-8503-E7869EE05B03}"/>
              </a:ext>
            </a:extLst>
          </p:cNvPr>
          <p:cNvSpPr>
            <a:spLocks noGrp="1"/>
          </p:cNvSpPr>
          <p:nvPr>
            <p:ph idx="1"/>
          </p:nvPr>
        </p:nvSpPr>
        <p:spPr>
          <a:xfrm>
            <a:off x="838200" y="1105444"/>
            <a:ext cx="5156200" cy="5452109"/>
          </a:xfrm>
        </p:spPr>
        <p:txBody>
          <a:bodyPr>
            <a:normAutofit/>
          </a:bodyPr>
          <a:lstStyle/>
          <a:p>
            <a:r>
              <a:rPr lang="en-US" sz="2400" dirty="0">
                <a:latin typeface="Times New Roman" panose="02020603050405020304" pitchFamily="18" charset="0"/>
                <a:cs typeface="Times New Roman" panose="02020603050405020304" pitchFamily="18" charset="0"/>
              </a:rPr>
              <a:t>Break Directive</a:t>
            </a:r>
          </a:p>
          <a:p>
            <a:pPr marL="227013" indent="0">
              <a:buNone/>
            </a:pPr>
            <a:r>
              <a:rPr lang="en-US" sz="2400" dirty="0">
                <a:latin typeface="Times New Roman" panose="02020603050405020304" pitchFamily="18" charset="0"/>
                <a:cs typeface="Times New Roman" panose="02020603050405020304" pitchFamily="18" charset="0"/>
              </a:rPr>
              <a:t>@foreach (</a:t>
            </a:r>
            <a:r>
              <a:rPr lang="en-US" sz="2400" dirty="0" err="1">
                <a:latin typeface="Times New Roman" panose="02020603050405020304" pitchFamily="18" charset="0"/>
                <a:cs typeface="Times New Roman" panose="02020603050405020304" pitchFamily="18" charset="0"/>
              </a:rPr>
              <a:t>array_name</a:t>
            </a:r>
            <a:r>
              <a:rPr lang="en-US" sz="2400" dirty="0">
                <a:latin typeface="Times New Roman" panose="02020603050405020304" pitchFamily="18" charset="0"/>
                <a:cs typeface="Times New Roman" panose="02020603050405020304" pitchFamily="18" charset="0"/>
              </a:rPr>
              <a:t> as value)</a:t>
            </a:r>
          </a:p>
          <a:p>
            <a:pPr marL="227013" indent="0">
              <a:buNone/>
            </a:pPr>
            <a:r>
              <a:rPr lang="en-US" sz="2400" dirty="0">
                <a:latin typeface="Times New Roman" panose="02020603050405020304" pitchFamily="18" charset="0"/>
                <a:cs typeface="Times New Roman" panose="02020603050405020304" pitchFamily="18" charset="0"/>
              </a:rPr>
              <a:t>    …………………...</a:t>
            </a:r>
          </a:p>
          <a:p>
            <a:pPr marL="227013" indent="0">
              <a:buNone/>
            </a:pPr>
            <a:r>
              <a:rPr lang="en-US" sz="2400" dirty="0">
                <a:latin typeface="Times New Roman" panose="02020603050405020304" pitchFamily="18" charset="0"/>
                <a:cs typeface="Times New Roman" panose="02020603050405020304" pitchFamily="18" charset="0"/>
              </a:rPr>
              <a:t>    @if(condition)</a:t>
            </a:r>
          </a:p>
          <a:p>
            <a:pPr marL="227013" indent="0">
              <a:buNone/>
            </a:pPr>
            <a:r>
              <a:rPr lang="en-US" sz="2400" dirty="0">
                <a:latin typeface="Times New Roman" panose="02020603050405020304" pitchFamily="18" charset="0"/>
                <a:cs typeface="Times New Roman" panose="02020603050405020304" pitchFamily="18" charset="0"/>
              </a:rPr>
              <a:t> 	@break</a:t>
            </a:r>
          </a:p>
          <a:p>
            <a:pPr marL="227013" indent="0">
              <a:buNone/>
            </a:pPr>
            <a:r>
              <a:rPr lang="en-US" sz="2400" dirty="0">
                <a:latin typeface="Times New Roman" panose="02020603050405020304" pitchFamily="18" charset="0"/>
                <a:cs typeface="Times New Roman" panose="02020603050405020304" pitchFamily="18" charset="0"/>
              </a:rPr>
              <a:t>    @endif</a:t>
            </a:r>
          </a:p>
          <a:p>
            <a:pPr marL="227013" indent="0">
              <a:buNone/>
            </a:pPr>
            <a:r>
              <a:rPr lang="en-US" sz="2400" dirty="0">
                <a:latin typeface="Times New Roman" panose="02020603050405020304" pitchFamily="18" charset="0"/>
                <a:cs typeface="Times New Roman" panose="02020603050405020304" pitchFamily="18" charset="0"/>
              </a:rPr>
              <a:t>    ……………………</a:t>
            </a:r>
          </a:p>
          <a:p>
            <a:pPr marL="227013" indent="0">
              <a:buNone/>
            </a:pPr>
            <a:r>
              <a:rPr lang="en-US" sz="2400" dirty="0">
                <a:latin typeface="Times New Roman" panose="02020603050405020304" pitchFamily="18" charset="0"/>
                <a:cs typeface="Times New Roman" panose="02020603050405020304" pitchFamily="18" charset="0"/>
              </a:rPr>
              <a:t>@</a:t>
            </a:r>
            <a:r>
              <a:rPr lang="en-US" sz="2400" dirty="0" err="1">
                <a:latin typeface="Times New Roman" panose="02020603050405020304" pitchFamily="18" charset="0"/>
                <a:cs typeface="Times New Roman" panose="02020603050405020304" pitchFamily="18" charset="0"/>
              </a:rPr>
              <a:t>endforeach</a:t>
            </a:r>
            <a:endParaRPr lang="en-US" sz="2400" dirty="0">
              <a:latin typeface="Times New Roman" panose="02020603050405020304" pitchFamily="18" charset="0"/>
              <a:cs typeface="Times New Roman" panose="02020603050405020304" pitchFamily="18" charset="0"/>
            </a:endParaRPr>
          </a:p>
        </p:txBody>
      </p:sp>
      <p:sp>
        <p:nvSpPr>
          <p:cNvPr id="4" name="Content Placeholder 2">
            <a:extLst>
              <a:ext uri="{FF2B5EF4-FFF2-40B4-BE49-F238E27FC236}">
                <a16:creationId xmlns:a16="http://schemas.microsoft.com/office/drawing/2014/main" id="{D7AD8C1E-EF4C-4623-9A99-546175A4CF9F}"/>
              </a:ext>
            </a:extLst>
          </p:cNvPr>
          <p:cNvSpPr txBox="1">
            <a:spLocks/>
          </p:cNvSpPr>
          <p:nvPr/>
        </p:nvSpPr>
        <p:spPr>
          <a:xfrm>
            <a:off x="5994400" y="1105444"/>
            <a:ext cx="5156200" cy="5452109"/>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400" dirty="0">
                <a:latin typeface="Times New Roman" panose="02020603050405020304" pitchFamily="18" charset="0"/>
                <a:cs typeface="Times New Roman" panose="02020603050405020304" pitchFamily="18" charset="0"/>
              </a:rPr>
              <a:t>Continue Directive</a:t>
            </a:r>
          </a:p>
          <a:p>
            <a:pPr marL="227013" indent="0">
              <a:buNone/>
            </a:pPr>
            <a:r>
              <a:rPr lang="en-US" sz="2400" dirty="0">
                <a:latin typeface="Times New Roman" panose="02020603050405020304" pitchFamily="18" charset="0"/>
                <a:cs typeface="Times New Roman" panose="02020603050405020304" pitchFamily="18" charset="0"/>
              </a:rPr>
              <a:t>@foreach (</a:t>
            </a:r>
            <a:r>
              <a:rPr lang="en-US" sz="2400" dirty="0" err="1">
                <a:latin typeface="Times New Roman" panose="02020603050405020304" pitchFamily="18" charset="0"/>
                <a:cs typeface="Times New Roman" panose="02020603050405020304" pitchFamily="18" charset="0"/>
              </a:rPr>
              <a:t>array_name</a:t>
            </a:r>
            <a:r>
              <a:rPr lang="en-US" sz="2400" dirty="0">
                <a:latin typeface="Times New Roman" panose="02020603050405020304" pitchFamily="18" charset="0"/>
                <a:cs typeface="Times New Roman" panose="02020603050405020304" pitchFamily="18" charset="0"/>
              </a:rPr>
              <a:t> as value)</a:t>
            </a:r>
          </a:p>
          <a:p>
            <a:pPr marL="227013" indent="0">
              <a:buNone/>
            </a:pPr>
            <a:r>
              <a:rPr lang="en-US" sz="2400" dirty="0">
                <a:latin typeface="Times New Roman" panose="02020603050405020304" pitchFamily="18" charset="0"/>
                <a:cs typeface="Times New Roman" panose="02020603050405020304" pitchFamily="18" charset="0"/>
              </a:rPr>
              <a:t>    …………….……..</a:t>
            </a:r>
          </a:p>
          <a:p>
            <a:pPr marL="227013" indent="0">
              <a:buNone/>
            </a:pPr>
            <a:r>
              <a:rPr lang="en-US" sz="2400" dirty="0">
                <a:latin typeface="Times New Roman" panose="02020603050405020304" pitchFamily="18" charset="0"/>
                <a:cs typeface="Times New Roman" panose="02020603050405020304" pitchFamily="18" charset="0"/>
              </a:rPr>
              <a:t>    @if(condition)</a:t>
            </a:r>
          </a:p>
          <a:p>
            <a:pPr marL="227013" indent="0">
              <a:buNone/>
            </a:pPr>
            <a:r>
              <a:rPr lang="en-US" sz="2400" dirty="0">
                <a:latin typeface="Times New Roman" panose="02020603050405020304" pitchFamily="18" charset="0"/>
                <a:cs typeface="Times New Roman" panose="02020603050405020304" pitchFamily="18" charset="0"/>
              </a:rPr>
              <a:t> 	@continue</a:t>
            </a:r>
          </a:p>
          <a:p>
            <a:pPr marL="227013" indent="0">
              <a:buNone/>
            </a:pPr>
            <a:r>
              <a:rPr lang="en-US" sz="2400" dirty="0">
                <a:latin typeface="Times New Roman" panose="02020603050405020304" pitchFamily="18" charset="0"/>
                <a:cs typeface="Times New Roman" panose="02020603050405020304" pitchFamily="18" charset="0"/>
              </a:rPr>
              <a:t>    @endif</a:t>
            </a:r>
          </a:p>
          <a:p>
            <a:pPr marL="227013" indent="0">
              <a:buNone/>
            </a:pPr>
            <a:r>
              <a:rPr lang="en-US" sz="2400" dirty="0">
                <a:latin typeface="Times New Roman" panose="02020603050405020304" pitchFamily="18" charset="0"/>
                <a:cs typeface="Times New Roman" panose="02020603050405020304" pitchFamily="18" charset="0"/>
              </a:rPr>
              <a:t>    ……………………</a:t>
            </a:r>
          </a:p>
          <a:p>
            <a:pPr marL="227013" indent="0">
              <a:buNone/>
            </a:pPr>
            <a:r>
              <a:rPr lang="en-US" sz="2400" dirty="0">
                <a:latin typeface="Times New Roman" panose="02020603050405020304" pitchFamily="18" charset="0"/>
                <a:cs typeface="Times New Roman" panose="02020603050405020304" pitchFamily="18" charset="0"/>
              </a:rPr>
              <a:t>@</a:t>
            </a:r>
            <a:r>
              <a:rPr lang="en-US" sz="2400" dirty="0" err="1">
                <a:latin typeface="Times New Roman" panose="02020603050405020304" pitchFamily="18" charset="0"/>
                <a:cs typeface="Times New Roman" panose="02020603050405020304" pitchFamily="18" charset="0"/>
              </a:rPr>
              <a:t>endforeach</a:t>
            </a: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024229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fade">
                                      <p:cBhvr>
                                        <p:cTn id="37" dur="500"/>
                                        <p:tgtEl>
                                          <p:spTgt spid="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Effect transition="in" filter="fade">
                                      <p:cBhvr>
                                        <p:cTn id="42" dur="500"/>
                                        <p:tgtEl>
                                          <p:spTgt spid="3">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4">
                                            <p:txEl>
                                              <p:pRg st="0" end="0"/>
                                            </p:txEl>
                                          </p:spTgt>
                                        </p:tgtEl>
                                        <p:attrNameLst>
                                          <p:attrName>style.visibility</p:attrName>
                                        </p:attrNameLst>
                                      </p:cBhvr>
                                      <p:to>
                                        <p:strVal val="visible"/>
                                      </p:to>
                                    </p:set>
                                    <p:animEffect transition="in" filter="fade">
                                      <p:cBhvr>
                                        <p:cTn id="47" dur="500"/>
                                        <p:tgtEl>
                                          <p:spTgt spid="4">
                                            <p:txEl>
                                              <p:pRg st="0" end="0"/>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4">
                                            <p:txEl>
                                              <p:pRg st="1" end="1"/>
                                            </p:txEl>
                                          </p:spTgt>
                                        </p:tgtEl>
                                        <p:attrNameLst>
                                          <p:attrName>style.visibility</p:attrName>
                                        </p:attrNameLst>
                                      </p:cBhvr>
                                      <p:to>
                                        <p:strVal val="visible"/>
                                      </p:to>
                                    </p:set>
                                    <p:animEffect transition="in" filter="fade">
                                      <p:cBhvr>
                                        <p:cTn id="52" dur="500"/>
                                        <p:tgtEl>
                                          <p:spTgt spid="4">
                                            <p:txEl>
                                              <p:pRg st="1" end="1"/>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grpId="0" nodeType="clickEffect">
                                  <p:stCondLst>
                                    <p:cond delay="0"/>
                                  </p:stCondLst>
                                  <p:childTnLst>
                                    <p:set>
                                      <p:cBhvr>
                                        <p:cTn id="56" dur="1" fill="hold">
                                          <p:stCondLst>
                                            <p:cond delay="0"/>
                                          </p:stCondLst>
                                        </p:cTn>
                                        <p:tgtEl>
                                          <p:spTgt spid="4">
                                            <p:txEl>
                                              <p:pRg st="2" end="2"/>
                                            </p:txEl>
                                          </p:spTgt>
                                        </p:tgtEl>
                                        <p:attrNameLst>
                                          <p:attrName>style.visibility</p:attrName>
                                        </p:attrNameLst>
                                      </p:cBhvr>
                                      <p:to>
                                        <p:strVal val="visible"/>
                                      </p:to>
                                    </p:set>
                                    <p:animEffect transition="in" filter="fade">
                                      <p:cBhvr>
                                        <p:cTn id="57" dur="500"/>
                                        <p:tgtEl>
                                          <p:spTgt spid="4">
                                            <p:txEl>
                                              <p:pRg st="2" end="2"/>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grpId="0" nodeType="clickEffect">
                                  <p:stCondLst>
                                    <p:cond delay="0"/>
                                  </p:stCondLst>
                                  <p:childTnLst>
                                    <p:set>
                                      <p:cBhvr>
                                        <p:cTn id="61" dur="1" fill="hold">
                                          <p:stCondLst>
                                            <p:cond delay="0"/>
                                          </p:stCondLst>
                                        </p:cTn>
                                        <p:tgtEl>
                                          <p:spTgt spid="4">
                                            <p:txEl>
                                              <p:pRg st="3" end="3"/>
                                            </p:txEl>
                                          </p:spTgt>
                                        </p:tgtEl>
                                        <p:attrNameLst>
                                          <p:attrName>style.visibility</p:attrName>
                                        </p:attrNameLst>
                                      </p:cBhvr>
                                      <p:to>
                                        <p:strVal val="visible"/>
                                      </p:to>
                                    </p:set>
                                    <p:animEffect transition="in" filter="fade">
                                      <p:cBhvr>
                                        <p:cTn id="62" dur="500"/>
                                        <p:tgtEl>
                                          <p:spTgt spid="4">
                                            <p:txEl>
                                              <p:pRg st="3" end="3"/>
                                            </p:txEl>
                                          </p:spTgt>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grpId="0" nodeType="clickEffect">
                                  <p:stCondLst>
                                    <p:cond delay="0"/>
                                  </p:stCondLst>
                                  <p:childTnLst>
                                    <p:set>
                                      <p:cBhvr>
                                        <p:cTn id="66" dur="1" fill="hold">
                                          <p:stCondLst>
                                            <p:cond delay="0"/>
                                          </p:stCondLst>
                                        </p:cTn>
                                        <p:tgtEl>
                                          <p:spTgt spid="4">
                                            <p:txEl>
                                              <p:pRg st="4" end="4"/>
                                            </p:txEl>
                                          </p:spTgt>
                                        </p:tgtEl>
                                        <p:attrNameLst>
                                          <p:attrName>style.visibility</p:attrName>
                                        </p:attrNameLst>
                                      </p:cBhvr>
                                      <p:to>
                                        <p:strVal val="visible"/>
                                      </p:to>
                                    </p:set>
                                    <p:animEffect transition="in" filter="fade">
                                      <p:cBhvr>
                                        <p:cTn id="67" dur="500"/>
                                        <p:tgtEl>
                                          <p:spTgt spid="4">
                                            <p:txEl>
                                              <p:pRg st="4" end="4"/>
                                            </p:txEl>
                                          </p:spTgt>
                                        </p:tgtEl>
                                      </p:cBhvr>
                                    </p:animEffect>
                                  </p:childTnLst>
                                </p:cTn>
                              </p:par>
                            </p:childTnLst>
                          </p:cTn>
                        </p:par>
                      </p:childTnLst>
                    </p:cTn>
                  </p:par>
                  <p:par>
                    <p:cTn id="68" fill="hold">
                      <p:stCondLst>
                        <p:cond delay="indefinite"/>
                      </p:stCondLst>
                      <p:childTnLst>
                        <p:par>
                          <p:cTn id="69" fill="hold">
                            <p:stCondLst>
                              <p:cond delay="0"/>
                            </p:stCondLst>
                            <p:childTnLst>
                              <p:par>
                                <p:cTn id="70" presetID="10" presetClass="entr" presetSubtype="0" fill="hold" grpId="0" nodeType="clickEffect">
                                  <p:stCondLst>
                                    <p:cond delay="0"/>
                                  </p:stCondLst>
                                  <p:childTnLst>
                                    <p:set>
                                      <p:cBhvr>
                                        <p:cTn id="71" dur="1" fill="hold">
                                          <p:stCondLst>
                                            <p:cond delay="0"/>
                                          </p:stCondLst>
                                        </p:cTn>
                                        <p:tgtEl>
                                          <p:spTgt spid="4">
                                            <p:txEl>
                                              <p:pRg st="5" end="5"/>
                                            </p:txEl>
                                          </p:spTgt>
                                        </p:tgtEl>
                                        <p:attrNameLst>
                                          <p:attrName>style.visibility</p:attrName>
                                        </p:attrNameLst>
                                      </p:cBhvr>
                                      <p:to>
                                        <p:strVal val="visible"/>
                                      </p:to>
                                    </p:set>
                                    <p:animEffect transition="in" filter="fade">
                                      <p:cBhvr>
                                        <p:cTn id="72" dur="500"/>
                                        <p:tgtEl>
                                          <p:spTgt spid="4">
                                            <p:txEl>
                                              <p:pRg st="5" end="5"/>
                                            </p:txEl>
                                          </p:spTgt>
                                        </p:tgtEl>
                                      </p:cBhvr>
                                    </p:animEffect>
                                  </p:childTnLst>
                                </p:cTn>
                              </p:par>
                            </p:childTnLst>
                          </p:cTn>
                        </p:par>
                      </p:childTnLst>
                    </p:cTn>
                  </p:par>
                  <p:par>
                    <p:cTn id="73" fill="hold">
                      <p:stCondLst>
                        <p:cond delay="indefinite"/>
                      </p:stCondLst>
                      <p:childTnLst>
                        <p:par>
                          <p:cTn id="74" fill="hold">
                            <p:stCondLst>
                              <p:cond delay="0"/>
                            </p:stCondLst>
                            <p:childTnLst>
                              <p:par>
                                <p:cTn id="75" presetID="10" presetClass="entr" presetSubtype="0" fill="hold" grpId="0" nodeType="clickEffect">
                                  <p:stCondLst>
                                    <p:cond delay="0"/>
                                  </p:stCondLst>
                                  <p:childTnLst>
                                    <p:set>
                                      <p:cBhvr>
                                        <p:cTn id="76" dur="1" fill="hold">
                                          <p:stCondLst>
                                            <p:cond delay="0"/>
                                          </p:stCondLst>
                                        </p:cTn>
                                        <p:tgtEl>
                                          <p:spTgt spid="4">
                                            <p:txEl>
                                              <p:pRg st="6" end="6"/>
                                            </p:txEl>
                                          </p:spTgt>
                                        </p:tgtEl>
                                        <p:attrNameLst>
                                          <p:attrName>style.visibility</p:attrName>
                                        </p:attrNameLst>
                                      </p:cBhvr>
                                      <p:to>
                                        <p:strVal val="visible"/>
                                      </p:to>
                                    </p:set>
                                    <p:animEffect transition="in" filter="fade">
                                      <p:cBhvr>
                                        <p:cTn id="77" dur="500"/>
                                        <p:tgtEl>
                                          <p:spTgt spid="4">
                                            <p:txEl>
                                              <p:pRg st="6" end="6"/>
                                            </p:txEl>
                                          </p:spTgt>
                                        </p:tgtEl>
                                      </p:cBhvr>
                                    </p:animEffect>
                                  </p:childTnLst>
                                </p:cTn>
                              </p:par>
                            </p:childTnLst>
                          </p:cTn>
                        </p:par>
                      </p:childTnLst>
                    </p:cTn>
                  </p:par>
                  <p:par>
                    <p:cTn id="78" fill="hold">
                      <p:stCondLst>
                        <p:cond delay="indefinite"/>
                      </p:stCondLst>
                      <p:childTnLst>
                        <p:par>
                          <p:cTn id="79" fill="hold">
                            <p:stCondLst>
                              <p:cond delay="0"/>
                            </p:stCondLst>
                            <p:childTnLst>
                              <p:par>
                                <p:cTn id="80" presetID="10" presetClass="entr" presetSubtype="0" fill="hold" grpId="0" nodeType="clickEffect">
                                  <p:stCondLst>
                                    <p:cond delay="0"/>
                                  </p:stCondLst>
                                  <p:childTnLst>
                                    <p:set>
                                      <p:cBhvr>
                                        <p:cTn id="81" dur="1" fill="hold">
                                          <p:stCondLst>
                                            <p:cond delay="0"/>
                                          </p:stCondLst>
                                        </p:cTn>
                                        <p:tgtEl>
                                          <p:spTgt spid="4">
                                            <p:txEl>
                                              <p:pRg st="7" end="7"/>
                                            </p:txEl>
                                          </p:spTgt>
                                        </p:tgtEl>
                                        <p:attrNameLst>
                                          <p:attrName>style.visibility</p:attrName>
                                        </p:attrNameLst>
                                      </p:cBhvr>
                                      <p:to>
                                        <p:strVal val="visible"/>
                                      </p:to>
                                    </p:set>
                                    <p:animEffect transition="in" filter="fade">
                                      <p:cBhvr>
                                        <p:cTn id="82" dur="500"/>
                                        <p:tgtEl>
                                          <p:spTgt spid="4">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build="p" bldLvl="5"/>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B5B43A-CF77-4279-BD3A-005604DED4E5}"/>
              </a:ext>
            </a:extLst>
          </p:cNvPr>
          <p:cNvSpPr>
            <a:spLocks noGrp="1"/>
          </p:cNvSpPr>
          <p:nvPr>
            <p:ph type="title"/>
          </p:nvPr>
        </p:nvSpPr>
        <p:spPr>
          <a:xfrm>
            <a:off x="838200" y="95794"/>
            <a:ext cx="10515600" cy="1009651"/>
          </a:xfrm>
        </p:spPr>
        <p:txBody>
          <a:bodyPr/>
          <a:lstStyle/>
          <a:p>
            <a:pPr algn="ctr"/>
            <a:r>
              <a:rPr lang="en-US" b="1" u="sng" dirty="0">
                <a:latin typeface="Times New Roman" panose="02020603050405020304" pitchFamily="18" charset="0"/>
                <a:cs typeface="Times New Roman" panose="02020603050405020304" pitchFamily="18" charset="0"/>
              </a:rPr>
              <a:t>Break and Continue Directives</a:t>
            </a:r>
          </a:p>
        </p:txBody>
      </p:sp>
      <p:sp>
        <p:nvSpPr>
          <p:cNvPr id="3" name="Content Placeholder 2">
            <a:extLst>
              <a:ext uri="{FF2B5EF4-FFF2-40B4-BE49-F238E27FC236}">
                <a16:creationId xmlns:a16="http://schemas.microsoft.com/office/drawing/2014/main" id="{18C02893-D790-44E4-8503-E7869EE05B03}"/>
              </a:ext>
            </a:extLst>
          </p:cNvPr>
          <p:cNvSpPr>
            <a:spLocks noGrp="1"/>
          </p:cNvSpPr>
          <p:nvPr>
            <p:ph idx="1"/>
          </p:nvPr>
        </p:nvSpPr>
        <p:spPr>
          <a:xfrm>
            <a:off x="838200" y="1105444"/>
            <a:ext cx="5156200" cy="5452109"/>
          </a:xfrm>
        </p:spPr>
        <p:txBody>
          <a:bodyPr>
            <a:normAutofit/>
          </a:bodyPr>
          <a:lstStyle/>
          <a:p>
            <a:r>
              <a:rPr lang="en-US" sz="2400" dirty="0">
                <a:latin typeface="Times New Roman" panose="02020603050405020304" pitchFamily="18" charset="0"/>
                <a:cs typeface="Times New Roman" panose="02020603050405020304" pitchFamily="18" charset="0"/>
              </a:rPr>
              <a:t>Break Directive</a:t>
            </a:r>
          </a:p>
          <a:p>
            <a:pPr marL="227013" indent="0">
              <a:buNone/>
            </a:pPr>
            <a:r>
              <a:rPr lang="en-US" sz="2400" dirty="0">
                <a:latin typeface="Times New Roman" panose="02020603050405020304" pitchFamily="18" charset="0"/>
                <a:cs typeface="Times New Roman" panose="02020603050405020304" pitchFamily="18" charset="0"/>
              </a:rPr>
              <a:t>@foreach (</a:t>
            </a:r>
            <a:r>
              <a:rPr lang="en-US" sz="2400" dirty="0" err="1">
                <a:latin typeface="Times New Roman" panose="02020603050405020304" pitchFamily="18" charset="0"/>
                <a:cs typeface="Times New Roman" panose="02020603050405020304" pitchFamily="18" charset="0"/>
              </a:rPr>
              <a:t>array_name</a:t>
            </a:r>
            <a:r>
              <a:rPr lang="en-US" sz="2400" dirty="0">
                <a:latin typeface="Times New Roman" panose="02020603050405020304" pitchFamily="18" charset="0"/>
                <a:cs typeface="Times New Roman" panose="02020603050405020304" pitchFamily="18" charset="0"/>
              </a:rPr>
              <a:t> as value)</a:t>
            </a:r>
          </a:p>
          <a:p>
            <a:pPr marL="227013" indent="0">
              <a:buNone/>
            </a:pPr>
            <a:r>
              <a:rPr lang="en-US" sz="2400" dirty="0">
                <a:latin typeface="Times New Roman" panose="02020603050405020304" pitchFamily="18" charset="0"/>
                <a:cs typeface="Times New Roman" panose="02020603050405020304" pitchFamily="18" charset="0"/>
              </a:rPr>
              <a:t>    …………………...</a:t>
            </a:r>
          </a:p>
          <a:p>
            <a:pPr marL="227013" indent="0">
              <a:buNone/>
            </a:pPr>
            <a:r>
              <a:rPr lang="en-US" sz="2400" dirty="0">
                <a:latin typeface="Times New Roman" panose="02020603050405020304" pitchFamily="18" charset="0"/>
                <a:cs typeface="Times New Roman" panose="02020603050405020304" pitchFamily="18" charset="0"/>
              </a:rPr>
              <a:t>    @break(condition)</a:t>
            </a:r>
          </a:p>
          <a:p>
            <a:pPr marL="227013" indent="0">
              <a:buNone/>
            </a:pPr>
            <a:r>
              <a:rPr lang="en-US" sz="2400" dirty="0">
                <a:latin typeface="Times New Roman" panose="02020603050405020304" pitchFamily="18" charset="0"/>
                <a:cs typeface="Times New Roman" panose="02020603050405020304" pitchFamily="18" charset="0"/>
              </a:rPr>
              <a:t>    ……………………</a:t>
            </a:r>
          </a:p>
          <a:p>
            <a:pPr marL="227013" indent="0">
              <a:buNone/>
            </a:pPr>
            <a:r>
              <a:rPr lang="en-US" sz="2400" dirty="0">
                <a:latin typeface="Times New Roman" panose="02020603050405020304" pitchFamily="18" charset="0"/>
                <a:cs typeface="Times New Roman" panose="02020603050405020304" pitchFamily="18" charset="0"/>
              </a:rPr>
              <a:t>@</a:t>
            </a:r>
            <a:r>
              <a:rPr lang="en-US" sz="2400" dirty="0" err="1">
                <a:latin typeface="Times New Roman" panose="02020603050405020304" pitchFamily="18" charset="0"/>
                <a:cs typeface="Times New Roman" panose="02020603050405020304" pitchFamily="18" charset="0"/>
              </a:rPr>
              <a:t>endforeach</a:t>
            </a:r>
            <a:endParaRPr lang="en-US" sz="2400" dirty="0">
              <a:latin typeface="Times New Roman" panose="02020603050405020304" pitchFamily="18" charset="0"/>
              <a:cs typeface="Times New Roman" panose="02020603050405020304" pitchFamily="18" charset="0"/>
            </a:endParaRPr>
          </a:p>
        </p:txBody>
      </p:sp>
      <p:sp>
        <p:nvSpPr>
          <p:cNvPr id="4" name="Content Placeholder 2">
            <a:extLst>
              <a:ext uri="{FF2B5EF4-FFF2-40B4-BE49-F238E27FC236}">
                <a16:creationId xmlns:a16="http://schemas.microsoft.com/office/drawing/2014/main" id="{D7AD8C1E-EF4C-4623-9A99-546175A4CF9F}"/>
              </a:ext>
            </a:extLst>
          </p:cNvPr>
          <p:cNvSpPr txBox="1">
            <a:spLocks/>
          </p:cNvSpPr>
          <p:nvPr/>
        </p:nvSpPr>
        <p:spPr>
          <a:xfrm>
            <a:off x="5994400" y="1105444"/>
            <a:ext cx="5156200" cy="5452109"/>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400" dirty="0">
                <a:latin typeface="Times New Roman" panose="02020603050405020304" pitchFamily="18" charset="0"/>
                <a:cs typeface="Times New Roman" panose="02020603050405020304" pitchFamily="18" charset="0"/>
              </a:rPr>
              <a:t>Continue Directive</a:t>
            </a:r>
          </a:p>
          <a:p>
            <a:pPr marL="227013" indent="0">
              <a:buNone/>
            </a:pPr>
            <a:r>
              <a:rPr lang="en-US" sz="2400" dirty="0">
                <a:latin typeface="Times New Roman" panose="02020603050405020304" pitchFamily="18" charset="0"/>
                <a:cs typeface="Times New Roman" panose="02020603050405020304" pitchFamily="18" charset="0"/>
              </a:rPr>
              <a:t>@foreach (</a:t>
            </a:r>
            <a:r>
              <a:rPr lang="en-US" sz="2400" dirty="0" err="1">
                <a:latin typeface="Times New Roman" panose="02020603050405020304" pitchFamily="18" charset="0"/>
                <a:cs typeface="Times New Roman" panose="02020603050405020304" pitchFamily="18" charset="0"/>
              </a:rPr>
              <a:t>array_name</a:t>
            </a:r>
            <a:r>
              <a:rPr lang="en-US" sz="2400" dirty="0">
                <a:latin typeface="Times New Roman" panose="02020603050405020304" pitchFamily="18" charset="0"/>
                <a:cs typeface="Times New Roman" panose="02020603050405020304" pitchFamily="18" charset="0"/>
              </a:rPr>
              <a:t> as value)</a:t>
            </a:r>
          </a:p>
          <a:p>
            <a:pPr marL="227013" indent="0">
              <a:buNone/>
            </a:pPr>
            <a:r>
              <a:rPr lang="en-US" sz="2400" dirty="0">
                <a:latin typeface="Times New Roman" panose="02020603050405020304" pitchFamily="18" charset="0"/>
                <a:cs typeface="Times New Roman" panose="02020603050405020304" pitchFamily="18" charset="0"/>
              </a:rPr>
              <a:t>    ……………….…..</a:t>
            </a:r>
          </a:p>
          <a:p>
            <a:pPr marL="227013" indent="0">
              <a:buNone/>
            </a:pPr>
            <a:r>
              <a:rPr lang="en-US" sz="2400" dirty="0">
                <a:latin typeface="Times New Roman" panose="02020603050405020304" pitchFamily="18" charset="0"/>
                <a:cs typeface="Times New Roman" panose="02020603050405020304" pitchFamily="18" charset="0"/>
              </a:rPr>
              <a:t>    @continue(condition)</a:t>
            </a:r>
          </a:p>
          <a:p>
            <a:pPr marL="227013" indent="0">
              <a:buNone/>
            </a:pPr>
            <a:r>
              <a:rPr lang="en-US" sz="2400" dirty="0">
                <a:latin typeface="Times New Roman" panose="02020603050405020304" pitchFamily="18" charset="0"/>
                <a:cs typeface="Times New Roman" panose="02020603050405020304" pitchFamily="18" charset="0"/>
              </a:rPr>
              <a:t>    ……………………</a:t>
            </a:r>
          </a:p>
          <a:p>
            <a:pPr marL="227013" indent="0">
              <a:buNone/>
            </a:pPr>
            <a:r>
              <a:rPr lang="en-US" sz="2400" dirty="0">
                <a:latin typeface="Times New Roman" panose="02020603050405020304" pitchFamily="18" charset="0"/>
                <a:cs typeface="Times New Roman" panose="02020603050405020304" pitchFamily="18" charset="0"/>
              </a:rPr>
              <a:t>@</a:t>
            </a:r>
            <a:r>
              <a:rPr lang="en-US" sz="2400" dirty="0" err="1">
                <a:latin typeface="Times New Roman" panose="02020603050405020304" pitchFamily="18" charset="0"/>
                <a:cs typeface="Times New Roman" panose="02020603050405020304" pitchFamily="18" charset="0"/>
              </a:rPr>
              <a:t>endforeach</a:t>
            </a: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106593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4">
                                            <p:txEl>
                                              <p:pRg st="0" end="0"/>
                                            </p:txEl>
                                          </p:spTgt>
                                        </p:tgtEl>
                                        <p:attrNameLst>
                                          <p:attrName>style.visibility</p:attrName>
                                        </p:attrNameLst>
                                      </p:cBhvr>
                                      <p:to>
                                        <p:strVal val="visible"/>
                                      </p:to>
                                    </p:set>
                                    <p:animEffect transition="in" filter="fade">
                                      <p:cBhvr>
                                        <p:cTn id="37" dur="500"/>
                                        <p:tgtEl>
                                          <p:spTgt spid="4">
                                            <p:txEl>
                                              <p:pRg st="0" end="0"/>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4">
                                            <p:txEl>
                                              <p:pRg st="1" end="1"/>
                                            </p:txEl>
                                          </p:spTgt>
                                        </p:tgtEl>
                                        <p:attrNameLst>
                                          <p:attrName>style.visibility</p:attrName>
                                        </p:attrNameLst>
                                      </p:cBhvr>
                                      <p:to>
                                        <p:strVal val="visible"/>
                                      </p:to>
                                    </p:set>
                                    <p:animEffect transition="in" filter="fade">
                                      <p:cBhvr>
                                        <p:cTn id="42" dur="500"/>
                                        <p:tgtEl>
                                          <p:spTgt spid="4">
                                            <p:txEl>
                                              <p:pRg st="1" end="1"/>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4">
                                            <p:txEl>
                                              <p:pRg st="2" end="2"/>
                                            </p:txEl>
                                          </p:spTgt>
                                        </p:tgtEl>
                                        <p:attrNameLst>
                                          <p:attrName>style.visibility</p:attrName>
                                        </p:attrNameLst>
                                      </p:cBhvr>
                                      <p:to>
                                        <p:strVal val="visible"/>
                                      </p:to>
                                    </p:set>
                                    <p:animEffect transition="in" filter="fade">
                                      <p:cBhvr>
                                        <p:cTn id="47" dur="500"/>
                                        <p:tgtEl>
                                          <p:spTgt spid="4">
                                            <p:txEl>
                                              <p:pRg st="2" end="2"/>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4">
                                            <p:txEl>
                                              <p:pRg st="3" end="3"/>
                                            </p:txEl>
                                          </p:spTgt>
                                        </p:tgtEl>
                                        <p:attrNameLst>
                                          <p:attrName>style.visibility</p:attrName>
                                        </p:attrNameLst>
                                      </p:cBhvr>
                                      <p:to>
                                        <p:strVal val="visible"/>
                                      </p:to>
                                    </p:set>
                                    <p:animEffect transition="in" filter="fade">
                                      <p:cBhvr>
                                        <p:cTn id="52" dur="500"/>
                                        <p:tgtEl>
                                          <p:spTgt spid="4">
                                            <p:txEl>
                                              <p:pRg st="3" end="3"/>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grpId="0" nodeType="clickEffect">
                                  <p:stCondLst>
                                    <p:cond delay="0"/>
                                  </p:stCondLst>
                                  <p:childTnLst>
                                    <p:set>
                                      <p:cBhvr>
                                        <p:cTn id="56" dur="1" fill="hold">
                                          <p:stCondLst>
                                            <p:cond delay="0"/>
                                          </p:stCondLst>
                                        </p:cTn>
                                        <p:tgtEl>
                                          <p:spTgt spid="4">
                                            <p:txEl>
                                              <p:pRg st="4" end="4"/>
                                            </p:txEl>
                                          </p:spTgt>
                                        </p:tgtEl>
                                        <p:attrNameLst>
                                          <p:attrName>style.visibility</p:attrName>
                                        </p:attrNameLst>
                                      </p:cBhvr>
                                      <p:to>
                                        <p:strVal val="visible"/>
                                      </p:to>
                                    </p:set>
                                    <p:animEffect transition="in" filter="fade">
                                      <p:cBhvr>
                                        <p:cTn id="57" dur="500"/>
                                        <p:tgtEl>
                                          <p:spTgt spid="4">
                                            <p:txEl>
                                              <p:pRg st="4" end="4"/>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grpId="0" nodeType="clickEffect">
                                  <p:stCondLst>
                                    <p:cond delay="0"/>
                                  </p:stCondLst>
                                  <p:childTnLst>
                                    <p:set>
                                      <p:cBhvr>
                                        <p:cTn id="61" dur="1" fill="hold">
                                          <p:stCondLst>
                                            <p:cond delay="0"/>
                                          </p:stCondLst>
                                        </p:cTn>
                                        <p:tgtEl>
                                          <p:spTgt spid="4">
                                            <p:txEl>
                                              <p:pRg st="5" end="5"/>
                                            </p:txEl>
                                          </p:spTgt>
                                        </p:tgtEl>
                                        <p:attrNameLst>
                                          <p:attrName>style.visibility</p:attrName>
                                        </p:attrNameLst>
                                      </p:cBhvr>
                                      <p:to>
                                        <p:strVal val="visible"/>
                                      </p:to>
                                    </p:set>
                                    <p:animEffect transition="in" filter="fade">
                                      <p:cBhvr>
                                        <p:cTn id="62" dur="500"/>
                                        <p:tgtEl>
                                          <p:spTgt spid="4">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build="p" bldLvl="5"/>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B5B43A-CF77-4279-BD3A-005604DED4E5}"/>
              </a:ext>
            </a:extLst>
          </p:cNvPr>
          <p:cNvSpPr>
            <a:spLocks noGrp="1"/>
          </p:cNvSpPr>
          <p:nvPr>
            <p:ph type="title"/>
          </p:nvPr>
        </p:nvSpPr>
        <p:spPr>
          <a:xfrm>
            <a:off x="838200" y="95794"/>
            <a:ext cx="10515600" cy="1009651"/>
          </a:xfrm>
        </p:spPr>
        <p:txBody>
          <a:bodyPr/>
          <a:lstStyle/>
          <a:p>
            <a:pPr algn="ctr"/>
            <a:r>
              <a:rPr lang="en-US" b="1" u="sng" dirty="0">
                <a:latin typeface="Times New Roman" panose="02020603050405020304" pitchFamily="18" charset="0"/>
                <a:cs typeface="Times New Roman" panose="02020603050405020304" pitchFamily="18" charset="0"/>
              </a:rPr>
              <a:t>Loop Variable</a:t>
            </a:r>
          </a:p>
        </p:txBody>
      </p:sp>
      <p:sp>
        <p:nvSpPr>
          <p:cNvPr id="3" name="Content Placeholder 2">
            <a:extLst>
              <a:ext uri="{FF2B5EF4-FFF2-40B4-BE49-F238E27FC236}">
                <a16:creationId xmlns:a16="http://schemas.microsoft.com/office/drawing/2014/main" id="{18C02893-D790-44E4-8503-E7869EE05B03}"/>
              </a:ext>
            </a:extLst>
          </p:cNvPr>
          <p:cNvSpPr>
            <a:spLocks noGrp="1"/>
          </p:cNvSpPr>
          <p:nvPr>
            <p:ph idx="1"/>
          </p:nvPr>
        </p:nvSpPr>
        <p:spPr>
          <a:xfrm>
            <a:off x="838200" y="1105444"/>
            <a:ext cx="10596418" cy="5452109"/>
          </a:xfrm>
        </p:spPr>
        <p:txBody>
          <a:bodyPr>
            <a:normAutofit/>
          </a:bodyPr>
          <a:lstStyle/>
          <a:p>
            <a:pPr marL="0" indent="0">
              <a:buNone/>
            </a:pPr>
            <a:r>
              <a:rPr lang="en-US" sz="2400" dirty="0">
                <a:latin typeface="Times New Roman" panose="02020603050405020304" pitchFamily="18" charset="0"/>
                <a:cs typeface="Times New Roman" panose="02020603050405020304" pitchFamily="18" charset="0"/>
              </a:rPr>
              <a:t>A </a:t>
            </a:r>
            <a:r>
              <a:rPr lang="en-US" sz="2400" b="1" dirty="0">
                <a:latin typeface="Times New Roman" panose="02020603050405020304" pitchFamily="18" charset="0"/>
                <a:cs typeface="Times New Roman" panose="02020603050405020304" pitchFamily="18" charset="0"/>
              </a:rPr>
              <a:t>$loop</a:t>
            </a:r>
            <a:r>
              <a:rPr lang="en-US" sz="2400" dirty="0">
                <a:latin typeface="Times New Roman" panose="02020603050405020304" pitchFamily="18" charset="0"/>
                <a:cs typeface="Times New Roman" panose="02020603050405020304" pitchFamily="18" charset="0"/>
              </a:rPr>
              <a:t> variable will be available inside of your loop. This variable provides access to some useful bits of information such as the current loop index and whether this is the first or last iteration through the loop.</a:t>
            </a:r>
          </a:p>
          <a:p>
            <a:pPr marL="230188" indent="0">
              <a:buNone/>
            </a:pPr>
            <a:r>
              <a:rPr lang="en-US" sz="2400" dirty="0">
                <a:latin typeface="Times New Roman" panose="02020603050405020304" pitchFamily="18" charset="0"/>
                <a:cs typeface="Times New Roman" panose="02020603050405020304" pitchFamily="18" charset="0"/>
              </a:rPr>
              <a:t>Example:- </a:t>
            </a:r>
          </a:p>
          <a:p>
            <a:pPr marL="230188" indent="0">
              <a:buNone/>
            </a:pPr>
            <a:r>
              <a:rPr lang="en-US" sz="2400" dirty="0">
                <a:cs typeface="Times New Roman" panose="02020603050405020304" pitchFamily="18" charset="0"/>
              </a:rPr>
              <a:t>@foreach ($users as $user)</a:t>
            </a:r>
          </a:p>
          <a:p>
            <a:pPr marL="230188" indent="0">
              <a:buNone/>
            </a:pPr>
            <a:r>
              <a:rPr lang="en-US" sz="2400" dirty="0">
                <a:cs typeface="Times New Roman" panose="02020603050405020304" pitchFamily="18" charset="0"/>
              </a:rPr>
              <a:t>    @if ($loop-&gt;first)</a:t>
            </a:r>
          </a:p>
          <a:p>
            <a:pPr marL="230188" indent="0">
              <a:buNone/>
            </a:pPr>
            <a:r>
              <a:rPr lang="en-US" sz="2400" dirty="0">
                <a:cs typeface="Times New Roman" panose="02020603050405020304" pitchFamily="18" charset="0"/>
              </a:rPr>
              <a:t>        This is the first iteration.</a:t>
            </a:r>
          </a:p>
          <a:p>
            <a:pPr marL="230188" indent="0">
              <a:buNone/>
            </a:pPr>
            <a:r>
              <a:rPr lang="en-US" sz="2400" dirty="0">
                <a:cs typeface="Times New Roman" panose="02020603050405020304" pitchFamily="18" charset="0"/>
              </a:rPr>
              <a:t>    @endif</a:t>
            </a:r>
          </a:p>
          <a:p>
            <a:pPr marL="230188" indent="0">
              <a:buNone/>
            </a:pPr>
            <a:r>
              <a:rPr lang="en-US" sz="2400" dirty="0">
                <a:cs typeface="Times New Roman" panose="02020603050405020304" pitchFamily="18" charset="0"/>
              </a:rPr>
              <a:t>@</a:t>
            </a:r>
            <a:r>
              <a:rPr lang="en-US" sz="2400" dirty="0" err="1">
                <a:cs typeface="Times New Roman" panose="02020603050405020304" pitchFamily="18" charset="0"/>
              </a:rPr>
              <a:t>endforeach</a:t>
            </a:r>
            <a:endParaRPr lang="en-US" sz="2400" dirty="0">
              <a:cs typeface="Times New Roman" panose="02020603050405020304" pitchFamily="18" charset="0"/>
            </a:endParaRPr>
          </a:p>
        </p:txBody>
      </p:sp>
    </p:spTree>
    <p:extLst>
      <p:ext uri="{BB962C8B-B14F-4D97-AF65-F5344CB8AC3E}">
        <p14:creationId xmlns:p14="http://schemas.microsoft.com/office/powerpoint/2010/main" val="18982513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fade">
                                      <p:cBhvr>
                                        <p:cTn id="37"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B5B43A-CF77-4279-BD3A-005604DED4E5}"/>
              </a:ext>
            </a:extLst>
          </p:cNvPr>
          <p:cNvSpPr>
            <a:spLocks noGrp="1"/>
          </p:cNvSpPr>
          <p:nvPr>
            <p:ph type="title"/>
          </p:nvPr>
        </p:nvSpPr>
        <p:spPr>
          <a:xfrm>
            <a:off x="838200" y="95794"/>
            <a:ext cx="10515600" cy="1009651"/>
          </a:xfrm>
        </p:spPr>
        <p:txBody>
          <a:bodyPr/>
          <a:lstStyle/>
          <a:p>
            <a:pPr algn="ctr"/>
            <a:r>
              <a:rPr lang="en-US" b="1" u="sng" dirty="0">
                <a:latin typeface="Times New Roman" panose="02020603050405020304" pitchFamily="18" charset="0"/>
                <a:cs typeface="Times New Roman" panose="02020603050405020304" pitchFamily="18" charset="0"/>
              </a:rPr>
              <a:t>Loop Variable</a:t>
            </a:r>
          </a:p>
        </p:txBody>
      </p:sp>
      <p:sp>
        <p:nvSpPr>
          <p:cNvPr id="3" name="Content Placeholder 2">
            <a:extLst>
              <a:ext uri="{FF2B5EF4-FFF2-40B4-BE49-F238E27FC236}">
                <a16:creationId xmlns:a16="http://schemas.microsoft.com/office/drawing/2014/main" id="{18C02893-D790-44E4-8503-E7869EE05B03}"/>
              </a:ext>
            </a:extLst>
          </p:cNvPr>
          <p:cNvSpPr>
            <a:spLocks noGrp="1"/>
          </p:cNvSpPr>
          <p:nvPr>
            <p:ph idx="1"/>
          </p:nvPr>
        </p:nvSpPr>
        <p:spPr>
          <a:xfrm>
            <a:off x="838200" y="1105444"/>
            <a:ext cx="10596418" cy="5452109"/>
          </a:xfrm>
        </p:spPr>
        <p:txBody>
          <a:bodyPr>
            <a:normAutofit/>
          </a:bodyPr>
          <a:lstStyle/>
          <a:p>
            <a:pPr marL="0" indent="0">
              <a:buNone/>
            </a:pPr>
            <a:r>
              <a:rPr lang="en-US" sz="2400" dirty="0">
                <a:latin typeface="Times New Roman" panose="02020603050405020304" pitchFamily="18" charset="0"/>
                <a:cs typeface="Times New Roman" panose="02020603050405020304" pitchFamily="18" charset="0"/>
              </a:rPr>
              <a:t>If you are in a nested loop, you may access the parent loop's $loop variable via the parent property</a:t>
            </a:r>
          </a:p>
          <a:p>
            <a:pPr marL="0" indent="0">
              <a:buNone/>
            </a:pPr>
            <a:r>
              <a:rPr lang="en-US" sz="2400" dirty="0">
                <a:latin typeface="Times New Roman" panose="02020603050405020304" pitchFamily="18" charset="0"/>
                <a:cs typeface="Times New Roman" panose="02020603050405020304" pitchFamily="18" charset="0"/>
              </a:rPr>
              <a:t>   Example:- </a:t>
            </a:r>
          </a:p>
          <a:p>
            <a:pPr marL="230188" indent="0">
              <a:buNone/>
            </a:pPr>
            <a:r>
              <a:rPr lang="en-US" sz="2400" dirty="0">
                <a:cs typeface="Times New Roman" panose="02020603050405020304" pitchFamily="18" charset="0"/>
              </a:rPr>
              <a:t>@foreach ($users as $user)</a:t>
            </a:r>
          </a:p>
          <a:p>
            <a:pPr marL="230188" indent="0">
              <a:buNone/>
            </a:pPr>
            <a:r>
              <a:rPr lang="en-US" sz="2400" dirty="0">
                <a:cs typeface="Times New Roman" panose="02020603050405020304" pitchFamily="18" charset="0"/>
              </a:rPr>
              <a:t>    @foreach ($user-&gt;posts as $post)</a:t>
            </a:r>
          </a:p>
          <a:p>
            <a:pPr marL="230188" indent="0">
              <a:buNone/>
            </a:pPr>
            <a:r>
              <a:rPr lang="en-US" sz="2400" dirty="0">
                <a:cs typeface="Times New Roman" panose="02020603050405020304" pitchFamily="18" charset="0"/>
              </a:rPr>
              <a:t>        @if ($loop-&gt;parent-&gt;first)</a:t>
            </a:r>
          </a:p>
          <a:p>
            <a:pPr marL="230188" indent="0">
              <a:buNone/>
            </a:pPr>
            <a:r>
              <a:rPr lang="en-US" sz="2400" dirty="0">
                <a:cs typeface="Times New Roman" panose="02020603050405020304" pitchFamily="18" charset="0"/>
              </a:rPr>
              <a:t>            This is the first iteration of the parent loop.</a:t>
            </a:r>
          </a:p>
          <a:p>
            <a:pPr marL="230188" indent="0">
              <a:buNone/>
            </a:pPr>
            <a:r>
              <a:rPr lang="en-US" sz="2400" dirty="0">
                <a:cs typeface="Times New Roman" panose="02020603050405020304" pitchFamily="18" charset="0"/>
              </a:rPr>
              <a:t>        @endif</a:t>
            </a:r>
          </a:p>
          <a:p>
            <a:pPr marL="230188" indent="0">
              <a:buNone/>
            </a:pPr>
            <a:r>
              <a:rPr lang="en-US" sz="2400" dirty="0">
                <a:cs typeface="Times New Roman" panose="02020603050405020304" pitchFamily="18" charset="0"/>
              </a:rPr>
              <a:t>    @</a:t>
            </a:r>
            <a:r>
              <a:rPr lang="en-US" sz="2400" dirty="0" err="1">
                <a:cs typeface="Times New Roman" panose="02020603050405020304" pitchFamily="18" charset="0"/>
              </a:rPr>
              <a:t>endforeach</a:t>
            </a:r>
            <a:endParaRPr lang="en-US" sz="2400" dirty="0">
              <a:cs typeface="Times New Roman" panose="02020603050405020304" pitchFamily="18" charset="0"/>
            </a:endParaRPr>
          </a:p>
          <a:p>
            <a:pPr marL="230188" indent="0">
              <a:buNone/>
            </a:pPr>
            <a:r>
              <a:rPr lang="en-US" sz="2400" dirty="0">
                <a:cs typeface="Times New Roman" panose="02020603050405020304" pitchFamily="18" charset="0"/>
              </a:rPr>
              <a:t>@</a:t>
            </a:r>
            <a:r>
              <a:rPr lang="en-US" sz="2400" dirty="0" err="1">
                <a:cs typeface="Times New Roman" panose="02020603050405020304" pitchFamily="18" charset="0"/>
              </a:rPr>
              <a:t>endforeach</a:t>
            </a:r>
            <a:endParaRPr lang="en-US" sz="2400" dirty="0">
              <a:cs typeface="Times New Roman" panose="02020603050405020304" pitchFamily="18" charset="0"/>
            </a:endParaRPr>
          </a:p>
        </p:txBody>
      </p:sp>
    </p:spTree>
    <p:extLst>
      <p:ext uri="{BB962C8B-B14F-4D97-AF65-F5344CB8AC3E}">
        <p14:creationId xmlns:p14="http://schemas.microsoft.com/office/powerpoint/2010/main" val="11455042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fade">
                                      <p:cBhvr>
                                        <p:cTn id="37" dur="500"/>
                                        <p:tgtEl>
                                          <p:spTgt spid="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Effect transition="in" filter="fade">
                                      <p:cBhvr>
                                        <p:cTn id="42" dur="500"/>
                                        <p:tgtEl>
                                          <p:spTgt spid="3">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3">
                                            <p:txEl>
                                              <p:pRg st="8" end="8"/>
                                            </p:txEl>
                                          </p:spTgt>
                                        </p:tgtEl>
                                        <p:attrNameLst>
                                          <p:attrName>style.visibility</p:attrName>
                                        </p:attrNameLst>
                                      </p:cBhvr>
                                      <p:to>
                                        <p:strVal val="visible"/>
                                      </p:to>
                                    </p:set>
                                    <p:animEffect transition="in" filter="fade">
                                      <p:cBhvr>
                                        <p:cTn id="47" dur="5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B5B43A-CF77-4279-BD3A-005604DED4E5}"/>
              </a:ext>
            </a:extLst>
          </p:cNvPr>
          <p:cNvSpPr>
            <a:spLocks noGrp="1"/>
          </p:cNvSpPr>
          <p:nvPr>
            <p:ph type="title"/>
          </p:nvPr>
        </p:nvSpPr>
        <p:spPr>
          <a:xfrm>
            <a:off x="838200" y="95794"/>
            <a:ext cx="10515600" cy="1009651"/>
          </a:xfrm>
        </p:spPr>
        <p:txBody>
          <a:bodyPr/>
          <a:lstStyle/>
          <a:p>
            <a:pPr algn="ctr"/>
            <a:r>
              <a:rPr lang="en-US" b="1" u="sng" dirty="0">
                <a:latin typeface="Times New Roman" panose="02020603050405020304" pitchFamily="18" charset="0"/>
                <a:cs typeface="Times New Roman" panose="02020603050405020304" pitchFamily="18" charset="0"/>
              </a:rPr>
              <a:t>Loop Variable</a:t>
            </a:r>
          </a:p>
        </p:txBody>
      </p:sp>
      <p:graphicFrame>
        <p:nvGraphicFramePr>
          <p:cNvPr id="4" name="Table 4">
            <a:extLst>
              <a:ext uri="{FF2B5EF4-FFF2-40B4-BE49-F238E27FC236}">
                <a16:creationId xmlns:a16="http://schemas.microsoft.com/office/drawing/2014/main" id="{D810AEBE-1C61-4644-A1DC-832BBCADF906}"/>
              </a:ext>
            </a:extLst>
          </p:cNvPr>
          <p:cNvGraphicFramePr>
            <a:graphicFrameLocks noGrp="1"/>
          </p:cNvGraphicFramePr>
          <p:nvPr>
            <p:ph idx="1"/>
            <p:extLst>
              <p:ext uri="{D42A27DB-BD31-4B8C-83A1-F6EECF244321}">
                <p14:modId xmlns:p14="http://schemas.microsoft.com/office/powerpoint/2010/main" val="426457084"/>
              </p:ext>
            </p:extLst>
          </p:nvPr>
        </p:nvGraphicFramePr>
        <p:xfrm>
          <a:off x="838200" y="1262207"/>
          <a:ext cx="10515600" cy="5029200"/>
        </p:xfrm>
        <a:graphic>
          <a:graphicData uri="http://schemas.openxmlformats.org/drawingml/2006/table">
            <a:tbl>
              <a:tblPr firstRow="1" bandRow="1">
                <a:tableStyleId>{5940675A-B579-460E-94D1-54222C63F5DA}</a:tableStyleId>
              </a:tblPr>
              <a:tblGrid>
                <a:gridCol w="2671618">
                  <a:extLst>
                    <a:ext uri="{9D8B030D-6E8A-4147-A177-3AD203B41FA5}">
                      <a16:colId xmlns:a16="http://schemas.microsoft.com/office/drawing/2014/main" val="1247961055"/>
                    </a:ext>
                  </a:extLst>
                </a:gridCol>
                <a:gridCol w="7843982">
                  <a:extLst>
                    <a:ext uri="{9D8B030D-6E8A-4147-A177-3AD203B41FA5}">
                      <a16:colId xmlns:a16="http://schemas.microsoft.com/office/drawing/2014/main" val="2509414501"/>
                    </a:ext>
                  </a:extLst>
                </a:gridCol>
              </a:tblGrid>
              <a:tr h="370840">
                <a:tc>
                  <a:txBody>
                    <a:bodyPr/>
                    <a:lstStyle/>
                    <a:p>
                      <a:pPr algn="ctr"/>
                      <a:r>
                        <a:rPr lang="en-US" sz="2400" b="1" dirty="0">
                          <a:latin typeface="Times New Roman" panose="02020603050405020304" pitchFamily="18" charset="0"/>
                          <a:cs typeface="Times New Roman" panose="02020603050405020304" pitchFamily="18" charset="0"/>
                        </a:rPr>
                        <a:t>Property</a:t>
                      </a:r>
                    </a:p>
                  </a:txBody>
                  <a:tcPr>
                    <a:solidFill>
                      <a:schemeClr val="accent2">
                        <a:lumMod val="75000"/>
                      </a:schemeClr>
                    </a:solidFill>
                  </a:tcPr>
                </a:tc>
                <a:tc>
                  <a:txBody>
                    <a:bodyPr/>
                    <a:lstStyle/>
                    <a:p>
                      <a:pPr algn="ctr"/>
                      <a:r>
                        <a:rPr lang="en-US" sz="2400" b="1" dirty="0">
                          <a:latin typeface="Times New Roman" panose="02020603050405020304" pitchFamily="18" charset="0"/>
                          <a:cs typeface="Times New Roman" panose="02020603050405020304" pitchFamily="18" charset="0"/>
                        </a:rPr>
                        <a:t>Description</a:t>
                      </a:r>
                    </a:p>
                  </a:txBody>
                  <a:tcPr>
                    <a:solidFill>
                      <a:schemeClr val="accent2">
                        <a:lumMod val="75000"/>
                      </a:schemeClr>
                    </a:solidFill>
                  </a:tcPr>
                </a:tc>
                <a:extLst>
                  <a:ext uri="{0D108BD9-81ED-4DB2-BD59-A6C34878D82A}">
                    <a16:rowId xmlns:a16="http://schemas.microsoft.com/office/drawing/2014/main" val="3488957857"/>
                  </a:ext>
                </a:extLst>
              </a:tr>
              <a:tr h="370840">
                <a:tc>
                  <a:txBody>
                    <a:bodyPr/>
                    <a:lstStyle/>
                    <a:p>
                      <a:r>
                        <a:rPr lang="en-US" sz="2400" dirty="0"/>
                        <a:t>$loop-&gt;index</a:t>
                      </a:r>
                    </a:p>
                  </a:txBody>
                  <a:tcPr/>
                </a:tc>
                <a:tc>
                  <a:txBody>
                    <a:bodyPr/>
                    <a:lstStyle/>
                    <a:p>
                      <a:r>
                        <a:rPr lang="en-US" sz="2400" dirty="0">
                          <a:latin typeface="Times New Roman" panose="02020603050405020304" pitchFamily="18" charset="0"/>
                          <a:cs typeface="Times New Roman" panose="02020603050405020304" pitchFamily="18" charset="0"/>
                        </a:rPr>
                        <a:t>The index of the current loop iteration (starts at 0).</a:t>
                      </a:r>
                    </a:p>
                  </a:txBody>
                  <a:tcPr/>
                </a:tc>
                <a:extLst>
                  <a:ext uri="{0D108BD9-81ED-4DB2-BD59-A6C34878D82A}">
                    <a16:rowId xmlns:a16="http://schemas.microsoft.com/office/drawing/2014/main" val="2791712320"/>
                  </a:ext>
                </a:extLst>
              </a:tr>
              <a:tr h="370840">
                <a:tc>
                  <a:txBody>
                    <a:bodyPr/>
                    <a:lstStyle/>
                    <a:p>
                      <a:r>
                        <a:rPr lang="en-US" sz="2400" dirty="0"/>
                        <a:t>$loop-&gt;iteration</a:t>
                      </a:r>
                    </a:p>
                  </a:txBody>
                  <a:tcPr/>
                </a:tc>
                <a:tc>
                  <a:txBody>
                    <a:bodyPr/>
                    <a:lstStyle/>
                    <a:p>
                      <a:r>
                        <a:rPr lang="en-US" sz="2400" dirty="0">
                          <a:latin typeface="Times New Roman" panose="02020603050405020304" pitchFamily="18" charset="0"/>
                          <a:cs typeface="Times New Roman" panose="02020603050405020304" pitchFamily="18" charset="0"/>
                        </a:rPr>
                        <a:t>The current loop iteration (starts at 1).</a:t>
                      </a:r>
                    </a:p>
                  </a:txBody>
                  <a:tcPr/>
                </a:tc>
                <a:extLst>
                  <a:ext uri="{0D108BD9-81ED-4DB2-BD59-A6C34878D82A}">
                    <a16:rowId xmlns:a16="http://schemas.microsoft.com/office/drawing/2014/main" val="3239988770"/>
                  </a:ext>
                </a:extLst>
              </a:tr>
              <a:tr h="370840">
                <a:tc>
                  <a:txBody>
                    <a:bodyPr/>
                    <a:lstStyle/>
                    <a:p>
                      <a:r>
                        <a:rPr lang="en-US" sz="2400" dirty="0"/>
                        <a:t>$loop-&gt;remaining</a:t>
                      </a:r>
                    </a:p>
                  </a:txBody>
                  <a:tcPr/>
                </a:tc>
                <a:tc>
                  <a:txBody>
                    <a:bodyPr/>
                    <a:lstStyle/>
                    <a:p>
                      <a:r>
                        <a:rPr lang="en-US" sz="2400" dirty="0">
                          <a:latin typeface="Times New Roman" panose="02020603050405020304" pitchFamily="18" charset="0"/>
                          <a:cs typeface="Times New Roman" panose="02020603050405020304" pitchFamily="18" charset="0"/>
                        </a:rPr>
                        <a:t>The iterations remaining in the loop.</a:t>
                      </a:r>
                    </a:p>
                  </a:txBody>
                  <a:tcPr/>
                </a:tc>
                <a:extLst>
                  <a:ext uri="{0D108BD9-81ED-4DB2-BD59-A6C34878D82A}">
                    <a16:rowId xmlns:a16="http://schemas.microsoft.com/office/drawing/2014/main" val="1735061349"/>
                  </a:ext>
                </a:extLst>
              </a:tr>
              <a:tr h="370840">
                <a:tc>
                  <a:txBody>
                    <a:bodyPr/>
                    <a:lstStyle/>
                    <a:p>
                      <a:r>
                        <a:rPr lang="en-US" sz="2400" dirty="0"/>
                        <a:t>$loop-&gt;count</a:t>
                      </a:r>
                    </a:p>
                  </a:txBody>
                  <a:tcPr/>
                </a:tc>
                <a:tc>
                  <a:txBody>
                    <a:bodyPr/>
                    <a:lstStyle/>
                    <a:p>
                      <a:r>
                        <a:rPr lang="en-US" sz="2400" dirty="0">
                          <a:latin typeface="Times New Roman" panose="02020603050405020304" pitchFamily="18" charset="0"/>
                          <a:cs typeface="Times New Roman" panose="02020603050405020304" pitchFamily="18" charset="0"/>
                        </a:rPr>
                        <a:t>The total number of items in the array being iterated.</a:t>
                      </a:r>
                    </a:p>
                  </a:txBody>
                  <a:tcPr/>
                </a:tc>
                <a:extLst>
                  <a:ext uri="{0D108BD9-81ED-4DB2-BD59-A6C34878D82A}">
                    <a16:rowId xmlns:a16="http://schemas.microsoft.com/office/drawing/2014/main" val="3057622863"/>
                  </a:ext>
                </a:extLst>
              </a:tr>
              <a:tr h="370840">
                <a:tc>
                  <a:txBody>
                    <a:bodyPr/>
                    <a:lstStyle/>
                    <a:p>
                      <a:r>
                        <a:rPr lang="en-US" sz="2400" dirty="0"/>
                        <a:t>$loop-&gt;first</a:t>
                      </a:r>
                    </a:p>
                  </a:txBody>
                  <a:tcPr/>
                </a:tc>
                <a:tc>
                  <a:txBody>
                    <a:bodyPr/>
                    <a:lstStyle/>
                    <a:p>
                      <a:r>
                        <a:rPr lang="en-US" sz="2400" dirty="0">
                          <a:latin typeface="Times New Roman" panose="02020603050405020304" pitchFamily="18" charset="0"/>
                          <a:cs typeface="Times New Roman" panose="02020603050405020304" pitchFamily="18" charset="0"/>
                        </a:rPr>
                        <a:t>Whether this is the first iteration through the loop.</a:t>
                      </a:r>
                    </a:p>
                  </a:txBody>
                  <a:tcPr/>
                </a:tc>
                <a:extLst>
                  <a:ext uri="{0D108BD9-81ED-4DB2-BD59-A6C34878D82A}">
                    <a16:rowId xmlns:a16="http://schemas.microsoft.com/office/drawing/2014/main" val="971806640"/>
                  </a:ext>
                </a:extLst>
              </a:tr>
              <a:tr h="370840">
                <a:tc>
                  <a:txBody>
                    <a:bodyPr/>
                    <a:lstStyle/>
                    <a:p>
                      <a:r>
                        <a:rPr lang="en-US" sz="2400" dirty="0"/>
                        <a:t>$loop-&gt;last</a:t>
                      </a:r>
                    </a:p>
                  </a:txBody>
                  <a:tcPr/>
                </a:tc>
                <a:tc>
                  <a:txBody>
                    <a:bodyPr/>
                    <a:lstStyle/>
                    <a:p>
                      <a:r>
                        <a:rPr lang="en-US" sz="2400" dirty="0">
                          <a:latin typeface="Times New Roman" panose="02020603050405020304" pitchFamily="18" charset="0"/>
                          <a:cs typeface="Times New Roman" panose="02020603050405020304" pitchFamily="18" charset="0"/>
                        </a:rPr>
                        <a:t>Whether this is the last iteration through the loop.</a:t>
                      </a:r>
                    </a:p>
                  </a:txBody>
                  <a:tcPr/>
                </a:tc>
                <a:extLst>
                  <a:ext uri="{0D108BD9-81ED-4DB2-BD59-A6C34878D82A}">
                    <a16:rowId xmlns:a16="http://schemas.microsoft.com/office/drawing/2014/main" val="1556557123"/>
                  </a:ext>
                </a:extLst>
              </a:tr>
              <a:tr h="370840">
                <a:tc>
                  <a:txBody>
                    <a:bodyPr/>
                    <a:lstStyle/>
                    <a:p>
                      <a:r>
                        <a:rPr lang="en-US" sz="2400" dirty="0"/>
                        <a:t>$loop-&gt;even</a:t>
                      </a:r>
                    </a:p>
                  </a:txBody>
                  <a:tcPr/>
                </a:tc>
                <a:tc>
                  <a:txBody>
                    <a:bodyPr/>
                    <a:lstStyle/>
                    <a:p>
                      <a:r>
                        <a:rPr lang="en-US" sz="2400" dirty="0">
                          <a:latin typeface="Times New Roman" panose="02020603050405020304" pitchFamily="18" charset="0"/>
                          <a:cs typeface="Times New Roman" panose="02020603050405020304" pitchFamily="18" charset="0"/>
                        </a:rPr>
                        <a:t>Whether this is an even iteration through the loop.</a:t>
                      </a:r>
                    </a:p>
                  </a:txBody>
                  <a:tcPr/>
                </a:tc>
                <a:extLst>
                  <a:ext uri="{0D108BD9-81ED-4DB2-BD59-A6C34878D82A}">
                    <a16:rowId xmlns:a16="http://schemas.microsoft.com/office/drawing/2014/main" val="357263400"/>
                  </a:ext>
                </a:extLst>
              </a:tr>
              <a:tr h="370840">
                <a:tc>
                  <a:txBody>
                    <a:bodyPr/>
                    <a:lstStyle/>
                    <a:p>
                      <a:r>
                        <a:rPr lang="en-US" sz="2400" dirty="0"/>
                        <a:t>$loop-&gt;odd</a:t>
                      </a:r>
                    </a:p>
                  </a:txBody>
                  <a:tcPr/>
                </a:tc>
                <a:tc>
                  <a:txBody>
                    <a:bodyPr/>
                    <a:lstStyle/>
                    <a:p>
                      <a:r>
                        <a:rPr lang="en-US" sz="2400" dirty="0">
                          <a:latin typeface="Times New Roman" panose="02020603050405020304" pitchFamily="18" charset="0"/>
                          <a:cs typeface="Times New Roman" panose="02020603050405020304" pitchFamily="18" charset="0"/>
                        </a:rPr>
                        <a:t>Whether this is an odd iteration through the loop.</a:t>
                      </a:r>
                    </a:p>
                  </a:txBody>
                  <a:tcPr/>
                </a:tc>
                <a:extLst>
                  <a:ext uri="{0D108BD9-81ED-4DB2-BD59-A6C34878D82A}">
                    <a16:rowId xmlns:a16="http://schemas.microsoft.com/office/drawing/2014/main" val="2269931061"/>
                  </a:ext>
                </a:extLst>
              </a:tr>
              <a:tr h="370840">
                <a:tc>
                  <a:txBody>
                    <a:bodyPr/>
                    <a:lstStyle/>
                    <a:p>
                      <a:r>
                        <a:rPr lang="en-US" sz="2400" dirty="0"/>
                        <a:t>$loop-&gt;depth</a:t>
                      </a:r>
                    </a:p>
                  </a:txBody>
                  <a:tcPr/>
                </a:tc>
                <a:tc>
                  <a:txBody>
                    <a:bodyPr/>
                    <a:lstStyle/>
                    <a:p>
                      <a:r>
                        <a:rPr lang="en-US" sz="2400" dirty="0">
                          <a:latin typeface="Times New Roman" panose="02020603050405020304" pitchFamily="18" charset="0"/>
                          <a:cs typeface="Times New Roman" panose="02020603050405020304" pitchFamily="18" charset="0"/>
                        </a:rPr>
                        <a:t>The nesting level of the current loop.</a:t>
                      </a:r>
                    </a:p>
                  </a:txBody>
                  <a:tcPr/>
                </a:tc>
                <a:extLst>
                  <a:ext uri="{0D108BD9-81ED-4DB2-BD59-A6C34878D82A}">
                    <a16:rowId xmlns:a16="http://schemas.microsoft.com/office/drawing/2014/main" val="1595264148"/>
                  </a:ext>
                </a:extLst>
              </a:tr>
              <a:tr h="370840">
                <a:tc>
                  <a:txBody>
                    <a:bodyPr/>
                    <a:lstStyle/>
                    <a:p>
                      <a:r>
                        <a:rPr lang="en-US" sz="2400" dirty="0"/>
                        <a:t>$loop-&gt;parent</a:t>
                      </a:r>
                    </a:p>
                  </a:txBody>
                  <a:tcPr/>
                </a:tc>
                <a:tc>
                  <a:txBody>
                    <a:bodyPr/>
                    <a:lstStyle/>
                    <a:p>
                      <a:r>
                        <a:rPr lang="en-US" sz="2400" dirty="0">
                          <a:latin typeface="Times New Roman" panose="02020603050405020304" pitchFamily="18" charset="0"/>
                          <a:cs typeface="Times New Roman" panose="02020603050405020304" pitchFamily="18" charset="0"/>
                        </a:rPr>
                        <a:t>When in a nested loop, the parent's loop variable.</a:t>
                      </a:r>
                    </a:p>
                  </a:txBody>
                  <a:tcPr/>
                </a:tc>
                <a:extLst>
                  <a:ext uri="{0D108BD9-81ED-4DB2-BD59-A6C34878D82A}">
                    <a16:rowId xmlns:a16="http://schemas.microsoft.com/office/drawing/2014/main" val="3607808111"/>
                  </a:ext>
                </a:extLst>
              </a:tr>
            </a:tbl>
          </a:graphicData>
        </a:graphic>
      </p:graphicFrame>
    </p:spTree>
    <p:extLst>
      <p:ext uri="{BB962C8B-B14F-4D97-AF65-F5344CB8AC3E}">
        <p14:creationId xmlns:p14="http://schemas.microsoft.com/office/powerpoint/2010/main" val="17506338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B5B43A-CF77-4279-BD3A-005604DED4E5}"/>
              </a:ext>
            </a:extLst>
          </p:cNvPr>
          <p:cNvSpPr>
            <a:spLocks noGrp="1"/>
          </p:cNvSpPr>
          <p:nvPr>
            <p:ph type="title"/>
          </p:nvPr>
        </p:nvSpPr>
        <p:spPr>
          <a:xfrm>
            <a:off x="838200" y="95794"/>
            <a:ext cx="10515600" cy="1009651"/>
          </a:xfrm>
        </p:spPr>
        <p:txBody>
          <a:bodyPr/>
          <a:lstStyle/>
          <a:p>
            <a:pPr algn="ctr"/>
            <a:r>
              <a:rPr lang="en-US" b="1" u="sng" dirty="0">
                <a:latin typeface="Times New Roman" panose="02020603050405020304" pitchFamily="18" charset="0"/>
                <a:cs typeface="Times New Roman" panose="02020603050405020304" pitchFamily="18" charset="0"/>
              </a:rPr>
              <a:t>Section Directives</a:t>
            </a:r>
          </a:p>
        </p:txBody>
      </p:sp>
      <p:sp>
        <p:nvSpPr>
          <p:cNvPr id="3" name="Content Placeholder 2">
            <a:extLst>
              <a:ext uri="{FF2B5EF4-FFF2-40B4-BE49-F238E27FC236}">
                <a16:creationId xmlns:a16="http://schemas.microsoft.com/office/drawing/2014/main" id="{18C02893-D790-44E4-8503-E7869EE05B03}"/>
              </a:ext>
            </a:extLst>
          </p:cNvPr>
          <p:cNvSpPr>
            <a:spLocks noGrp="1"/>
          </p:cNvSpPr>
          <p:nvPr>
            <p:ph idx="1"/>
          </p:nvPr>
        </p:nvSpPr>
        <p:spPr>
          <a:xfrm>
            <a:off x="838200" y="1105444"/>
            <a:ext cx="10596418" cy="5452109"/>
          </a:xfrm>
        </p:spPr>
        <p:txBody>
          <a:bodyPr>
            <a:normAutofit/>
          </a:bodyPr>
          <a:lstStyle/>
          <a:p>
            <a:r>
              <a:rPr lang="en-US" sz="2400" dirty="0" err="1">
                <a:latin typeface="Times New Roman" panose="02020603050405020304" pitchFamily="18" charset="0"/>
                <a:cs typeface="Times New Roman" panose="02020603050405020304" pitchFamily="18" charset="0"/>
              </a:rPr>
              <a:t>hasSection</a:t>
            </a:r>
            <a:r>
              <a:rPr lang="en-US" sz="2400" dirty="0">
                <a:latin typeface="Times New Roman" panose="02020603050405020304" pitchFamily="18" charset="0"/>
                <a:cs typeface="Times New Roman" panose="02020603050405020304" pitchFamily="18" charset="0"/>
              </a:rPr>
              <a:t> Directive – It is used to determine if a template inheritance section has content using the @</a:t>
            </a:r>
            <a:r>
              <a:rPr lang="en-US" sz="2400" dirty="0" err="1">
                <a:latin typeface="Times New Roman" panose="02020603050405020304" pitchFamily="18" charset="0"/>
                <a:cs typeface="Times New Roman" panose="02020603050405020304" pitchFamily="18" charset="0"/>
              </a:rPr>
              <a:t>hasSection</a:t>
            </a:r>
            <a:r>
              <a:rPr lang="en-US" sz="2400" dirty="0">
                <a:latin typeface="Times New Roman" panose="02020603050405020304" pitchFamily="18" charset="0"/>
                <a:cs typeface="Times New Roman" panose="02020603050405020304" pitchFamily="18" charset="0"/>
              </a:rPr>
              <a:t> directive.</a:t>
            </a:r>
          </a:p>
          <a:p>
            <a:pPr marL="227013" indent="0">
              <a:buNone/>
            </a:pPr>
            <a:r>
              <a:rPr lang="en-US" sz="2400" dirty="0">
                <a:latin typeface="Times New Roman" panose="02020603050405020304" pitchFamily="18" charset="0"/>
                <a:cs typeface="Times New Roman" panose="02020603050405020304" pitchFamily="18" charset="0"/>
              </a:rPr>
              <a:t>Syntax:-</a:t>
            </a:r>
          </a:p>
          <a:p>
            <a:pPr marL="227013" indent="0">
              <a:buNone/>
            </a:pPr>
            <a:r>
              <a:rPr lang="en-US" sz="2400" dirty="0">
                <a:latin typeface="Times New Roman" panose="02020603050405020304" pitchFamily="18" charset="0"/>
                <a:cs typeface="Times New Roman" panose="02020603050405020304" pitchFamily="18" charset="0"/>
              </a:rPr>
              <a:t>@</a:t>
            </a:r>
            <a:r>
              <a:rPr lang="en-US" sz="2400" dirty="0" err="1">
                <a:latin typeface="Times New Roman" panose="02020603050405020304" pitchFamily="18" charset="0"/>
                <a:cs typeface="Times New Roman" panose="02020603050405020304" pitchFamily="18" charset="0"/>
              </a:rPr>
              <a:t>hasSection</a:t>
            </a:r>
            <a:r>
              <a:rPr lang="en-US" sz="2400" dirty="0">
                <a:latin typeface="Times New Roman" panose="02020603050405020304" pitchFamily="18" charset="0"/>
                <a:cs typeface="Times New Roman" panose="02020603050405020304" pitchFamily="18" charset="0"/>
              </a:rPr>
              <a:t> (‘navigation’)</a:t>
            </a:r>
          </a:p>
          <a:p>
            <a:pPr marL="227013" indent="0">
              <a:buNone/>
            </a:pPr>
            <a:r>
              <a:rPr lang="en-US" sz="2400" dirty="0">
                <a:latin typeface="Times New Roman" panose="02020603050405020304" pitchFamily="18" charset="0"/>
                <a:cs typeface="Times New Roman" panose="02020603050405020304" pitchFamily="18" charset="0"/>
              </a:rPr>
              <a:t>    &lt;div class="pull-right"&gt;</a:t>
            </a:r>
          </a:p>
          <a:p>
            <a:pPr marL="227013" indent="0">
              <a:buNone/>
            </a:pPr>
            <a:r>
              <a:rPr lang="en-US" sz="2400" dirty="0">
                <a:latin typeface="Times New Roman" panose="02020603050405020304" pitchFamily="18" charset="0"/>
                <a:cs typeface="Times New Roman" panose="02020603050405020304" pitchFamily="18" charset="0"/>
              </a:rPr>
              <a:t>        @yield('navigation')</a:t>
            </a:r>
          </a:p>
          <a:p>
            <a:pPr marL="227013" indent="0">
              <a:buNone/>
            </a:pPr>
            <a:r>
              <a:rPr lang="en-US" sz="2400" dirty="0">
                <a:latin typeface="Times New Roman" panose="02020603050405020304" pitchFamily="18" charset="0"/>
                <a:cs typeface="Times New Roman" panose="02020603050405020304" pitchFamily="18" charset="0"/>
              </a:rPr>
              <a:t>    &lt;/div&gt;</a:t>
            </a:r>
          </a:p>
          <a:p>
            <a:pPr marL="227013" indent="0">
              <a:buNone/>
            </a:pPr>
            <a:endParaRPr lang="en-US" sz="2400" dirty="0">
              <a:latin typeface="Times New Roman" panose="02020603050405020304" pitchFamily="18" charset="0"/>
              <a:cs typeface="Times New Roman" panose="02020603050405020304" pitchFamily="18" charset="0"/>
            </a:endParaRPr>
          </a:p>
          <a:p>
            <a:pPr marL="227013" indent="0">
              <a:buNone/>
            </a:pPr>
            <a:r>
              <a:rPr lang="en-US" sz="2400" dirty="0">
                <a:latin typeface="Times New Roman" panose="02020603050405020304" pitchFamily="18" charset="0"/>
                <a:cs typeface="Times New Roman" panose="02020603050405020304" pitchFamily="18" charset="0"/>
              </a:rPr>
              <a:t>    &lt;div class="</a:t>
            </a:r>
            <a:r>
              <a:rPr lang="en-US" sz="2400" dirty="0" err="1">
                <a:latin typeface="Times New Roman" panose="02020603050405020304" pitchFamily="18" charset="0"/>
                <a:cs typeface="Times New Roman" panose="02020603050405020304" pitchFamily="18" charset="0"/>
              </a:rPr>
              <a:t>clearfix</a:t>
            </a:r>
            <a:r>
              <a:rPr lang="en-US" sz="2400" dirty="0">
                <a:latin typeface="Times New Roman" panose="02020603050405020304" pitchFamily="18" charset="0"/>
                <a:cs typeface="Times New Roman" panose="02020603050405020304" pitchFamily="18" charset="0"/>
              </a:rPr>
              <a:t>"&gt;&lt;/div&gt;</a:t>
            </a:r>
          </a:p>
          <a:p>
            <a:pPr marL="227013" indent="0">
              <a:buNone/>
            </a:pPr>
            <a:r>
              <a:rPr lang="en-US" sz="2400" dirty="0">
                <a:latin typeface="Times New Roman" panose="02020603050405020304" pitchFamily="18" charset="0"/>
                <a:cs typeface="Times New Roman" panose="02020603050405020304" pitchFamily="18" charset="0"/>
              </a:rPr>
              <a:t>@endif</a:t>
            </a:r>
          </a:p>
        </p:txBody>
      </p:sp>
    </p:spTree>
    <p:extLst>
      <p:ext uri="{BB962C8B-B14F-4D97-AF65-F5344CB8AC3E}">
        <p14:creationId xmlns:p14="http://schemas.microsoft.com/office/powerpoint/2010/main" val="145947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
                                            <p:txEl>
                                              <p:pRg st="7" end="7"/>
                                            </p:txEl>
                                          </p:spTgt>
                                        </p:tgtEl>
                                        <p:attrNameLst>
                                          <p:attrName>style.visibility</p:attrName>
                                        </p:attrNameLst>
                                      </p:cBhvr>
                                      <p:to>
                                        <p:strVal val="visible"/>
                                      </p:to>
                                    </p:set>
                                    <p:animEffect transition="in" filter="fade">
                                      <p:cBhvr>
                                        <p:cTn id="37" dur="500"/>
                                        <p:tgtEl>
                                          <p:spTgt spid="3">
                                            <p:txEl>
                                              <p:pRg st="7" end="7"/>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3">
                                            <p:txEl>
                                              <p:pRg st="8" end="8"/>
                                            </p:txEl>
                                          </p:spTgt>
                                        </p:tgtEl>
                                        <p:attrNameLst>
                                          <p:attrName>style.visibility</p:attrName>
                                        </p:attrNameLst>
                                      </p:cBhvr>
                                      <p:to>
                                        <p:strVal val="visible"/>
                                      </p:to>
                                    </p:set>
                                    <p:animEffect transition="in" filter="fade">
                                      <p:cBhvr>
                                        <p:cTn id="42" dur="5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B5B43A-CF77-4279-BD3A-005604DED4E5}"/>
              </a:ext>
            </a:extLst>
          </p:cNvPr>
          <p:cNvSpPr>
            <a:spLocks noGrp="1"/>
          </p:cNvSpPr>
          <p:nvPr>
            <p:ph type="title"/>
          </p:nvPr>
        </p:nvSpPr>
        <p:spPr>
          <a:xfrm>
            <a:off x="838200" y="95794"/>
            <a:ext cx="10515600" cy="1009651"/>
          </a:xfrm>
        </p:spPr>
        <p:txBody>
          <a:bodyPr/>
          <a:lstStyle/>
          <a:p>
            <a:pPr algn="ctr"/>
            <a:r>
              <a:rPr lang="en-US" b="1" u="sng" dirty="0">
                <a:latin typeface="Times New Roman" panose="02020603050405020304" pitchFamily="18" charset="0"/>
                <a:cs typeface="Times New Roman" panose="02020603050405020304" pitchFamily="18" charset="0"/>
              </a:rPr>
              <a:t>Section Directives</a:t>
            </a:r>
          </a:p>
        </p:txBody>
      </p:sp>
      <p:sp>
        <p:nvSpPr>
          <p:cNvPr id="3" name="Content Placeholder 2">
            <a:extLst>
              <a:ext uri="{FF2B5EF4-FFF2-40B4-BE49-F238E27FC236}">
                <a16:creationId xmlns:a16="http://schemas.microsoft.com/office/drawing/2014/main" id="{18C02893-D790-44E4-8503-E7869EE05B03}"/>
              </a:ext>
            </a:extLst>
          </p:cNvPr>
          <p:cNvSpPr>
            <a:spLocks noGrp="1"/>
          </p:cNvSpPr>
          <p:nvPr>
            <p:ph idx="1"/>
          </p:nvPr>
        </p:nvSpPr>
        <p:spPr>
          <a:xfrm>
            <a:off x="838200" y="1105444"/>
            <a:ext cx="10596418" cy="5452109"/>
          </a:xfrm>
        </p:spPr>
        <p:txBody>
          <a:bodyPr>
            <a:normAutofit/>
          </a:bodyPr>
          <a:lstStyle/>
          <a:p>
            <a:r>
              <a:rPr lang="en-US" sz="2400" dirty="0" err="1">
                <a:latin typeface="Times New Roman" panose="02020603050405020304" pitchFamily="18" charset="0"/>
                <a:cs typeface="Times New Roman" panose="02020603050405020304" pitchFamily="18" charset="0"/>
              </a:rPr>
              <a:t>sectionMissing</a:t>
            </a:r>
            <a:r>
              <a:rPr lang="en-US" sz="2400" dirty="0">
                <a:latin typeface="Times New Roman" panose="02020603050405020304" pitchFamily="18" charset="0"/>
                <a:cs typeface="Times New Roman" panose="02020603050405020304" pitchFamily="18" charset="0"/>
              </a:rPr>
              <a:t> Directive – It is used to determine if a section does not have content.</a:t>
            </a:r>
          </a:p>
          <a:p>
            <a:pPr marL="227013" indent="0">
              <a:buNone/>
            </a:pPr>
            <a:r>
              <a:rPr lang="en-US" sz="2400" dirty="0">
                <a:latin typeface="Times New Roman" panose="02020603050405020304" pitchFamily="18" charset="0"/>
                <a:cs typeface="Times New Roman" panose="02020603050405020304" pitchFamily="18" charset="0"/>
              </a:rPr>
              <a:t>Syntax:-</a:t>
            </a:r>
          </a:p>
          <a:p>
            <a:pPr marL="227013" indent="0">
              <a:buNone/>
            </a:pPr>
            <a:r>
              <a:rPr lang="en-US" sz="2400" dirty="0">
                <a:latin typeface="Times New Roman" panose="02020603050405020304" pitchFamily="18" charset="0"/>
                <a:cs typeface="Times New Roman" panose="02020603050405020304" pitchFamily="18" charset="0"/>
              </a:rPr>
              <a:t>@</a:t>
            </a:r>
            <a:r>
              <a:rPr lang="en-US" sz="2400" dirty="0" err="1">
                <a:latin typeface="Times New Roman" panose="02020603050405020304" pitchFamily="18" charset="0"/>
                <a:cs typeface="Times New Roman" panose="02020603050405020304" pitchFamily="18" charset="0"/>
              </a:rPr>
              <a:t>sectionMissing</a:t>
            </a:r>
            <a:r>
              <a:rPr lang="en-US" sz="2400" dirty="0">
                <a:latin typeface="Times New Roman" panose="02020603050405020304" pitchFamily="18" charset="0"/>
                <a:cs typeface="Times New Roman" panose="02020603050405020304" pitchFamily="18" charset="0"/>
              </a:rPr>
              <a:t> (‘navigation’)</a:t>
            </a:r>
          </a:p>
          <a:p>
            <a:pPr marL="227013" indent="0">
              <a:buNone/>
            </a:pPr>
            <a:r>
              <a:rPr lang="en-US" sz="2400" dirty="0">
                <a:latin typeface="Times New Roman" panose="02020603050405020304" pitchFamily="18" charset="0"/>
                <a:cs typeface="Times New Roman" panose="02020603050405020304" pitchFamily="18" charset="0"/>
              </a:rPr>
              <a:t>    &lt;div class="pull-right"&gt;</a:t>
            </a:r>
          </a:p>
          <a:p>
            <a:pPr marL="227013" indent="0">
              <a:buNone/>
            </a:pPr>
            <a:r>
              <a:rPr lang="en-US" sz="2400" dirty="0">
                <a:latin typeface="Times New Roman" panose="02020603050405020304" pitchFamily="18" charset="0"/>
                <a:cs typeface="Times New Roman" panose="02020603050405020304" pitchFamily="18" charset="0"/>
              </a:rPr>
              <a:t>        @include(‘default-navigation')</a:t>
            </a:r>
          </a:p>
          <a:p>
            <a:pPr marL="227013" indent="0">
              <a:buNone/>
            </a:pPr>
            <a:r>
              <a:rPr lang="en-US" sz="2400" dirty="0">
                <a:latin typeface="Times New Roman" panose="02020603050405020304" pitchFamily="18" charset="0"/>
                <a:cs typeface="Times New Roman" panose="02020603050405020304" pitchFamily="18" charset="0"/>
              </a:rPr>
              <a:t>    &lt;/div&gt;</a:t>
            </a:r>
          </a:p>
          <a:p>
            <a:pPr marL="227013" indent="0">
              <a:buNone/>
            </a:pPr>
            <a:r>
              <a:rPr lang="en-US" sz="2400" dirty="0">
                <a:latin typeface="Times New Roman" panose="02020603050405020304" pitchFamily="18" charset="0"/>
                <a:cs typeface="Times New Roman" panose="02020603050405020304" pitchFamily="18" charset="0"/>
              </a:rPr>
              <a:t>@endif</a:t>
            </a:r>
          </a:p>
        </p:txBody>
      </p:sp>
    </p:spTree>
    <p:extLst>
      <p:ext uri="{BB962C8B-B14F-4D97-AF65-F5344CB8AC3E}">
        <p14:creationId xmlns:p14="http://schemas.microsoft.com/office/powerpoint/2010/main" val="9967291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fade">
                                      <p:cBhvr>
                                        <p:cTn id="37"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301</TotalTime>
  <Words>840</Words>
  <Application>Microsoft Office PowerPoint</Application>
  <PresentationFormat>Widescreen</PresentationFormat>
  <Paragraphs>210</Paragraphs>
  <Slides>16</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16</vt:i4>
      </vt:variant>
    </vt:vector>
  </HeadingPairs>
  <TitlesOfParts>
    <vt:vector size="21" baseType="lpstr">
      <vt:lpstr>Arial</vt:lpstr>
      <vt:lpstr>Calibri</vt:lpstr>
      <vt:lpstr>Calibri Light</vt:lpstr>
      <vt:lpstr>Times New Roman</vt:lpstr>
      <vt:lpstr>Office Theme</vt:lpstr>
      <vt:lpstr>Blade</vt:lpstr>
      <vt:lpstr>Blade Template</vt:lpstr>
      <vt:lpstr>Comment</vt:lpstr>
      <vt:lpstr>Conditional Directives</vt:lpstr>
      <vt:lpstr>Conditional Directives</vt:lpstr>
      <vt:lpstr>Authentication Directives</vt:lpstr>
      <vt:lpstr>Environment Directives</vt:lpstr>
      <vt:lpstr>Switch Directives</vt:lpstr>
      <vt:lpstr>Loop Directives</vt:lpstr>
      <vt:lpstr>Break and Continue Directives</vt:lpstr>
      <vt:lpstr>Break and Continue Directives</vt:lpstr>
      <vt:lpstr>Loop Variable</vt:lpstr>
      <vt:lpstr>Loop Variable</vt:lpstr>
      <vt:lpstr>Loop Variable</vt:lpstr>
      <vt:lpstr>Section Directives</vt:lpstr>
      <vt:lpstr>Section Directives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Blade Template</dc:title>
  <dc:creator>RK</dc:creator>
  <cp:lastModifiedBy>RK</cp:lastModifiedBy>
  <cp:revision>56</cp:revision>
  <dcterms:created xsi:type="dcterms:W3CDTF">2020-12-16T09:41:30Z</dcterms:created>
  <dcterms:modified xsi:type="dcterms:W3CDTF">2021-03-25T07:27:12Z</dcterms:modified>
</cp:coreProperties>
</file>