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7" r:id="rId3"/>
    <p:sldId id="280" r:id="rId4"/>
    <p:sldId id="279" r:id="rId5"/>
    <p:sldId id="278" r:id="rId6"/>
    <p:sldId id="281" r:id="rId7"/>
    <p:sldId id="284" r:id="rId8"/>
    <p:sldId id="282" r:id="rId9"/>
    <p:sldId id="28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C3F35-3C31-4FCC-B762-8FA83DB948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C11F85-AF32-484E-B7DE-BAD2167DF4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7C33E-110C-43CE-8805-5FD96AF6E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E970A-36AA-461D-BFF5-A7073A89A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24AC1-CF3D-4264-B44C-4AC3694EA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53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9D500-4B8D-424C-8E02-B591E74EC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C130C-93BE-4086-A02D-A4D7DF5A4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33FFA-4982-4138-A83F-360E42BC9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70961-FF6B-4014-ABD0-D52345560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84993-0B9F-4D18-A786-A001E4813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196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9AFEF-9148-490C-A07D-66025A389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19A05-8FC1-4F08-A6DF-48B5588EC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6C234-7D79-4017-A28E-009351AFB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09164-4C4A-4127-B3F2-BB08C8341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D9619-5D24-4157-A6FD-5834D0A22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312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1FB17-9AD1-4F3B-AA4E-56593842D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4D886-9A3F-42F3-AB90-9B4FCED53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D4B41A-A242-49E8-8BC4-FCD743948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2A4D90-D5C8-487E-B4C9-B9DE8D591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AE19E-19C8-4D55-9148-C3B99134A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66303-18AD-4792-A099-E495F2C51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587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87564-7E6D-44C1-8EAE-6A4E965C2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E3F7CD-9F80-48DE-AC2D-8C68C18BC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0FAB47-FABF-4808-B75D-EE89F7DDCE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A02129-2ED0-4522-9D50-7E1E317320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1CDBFA-5E0F-4440-971C-EA63B08383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005AA4-F250-48C7-A79B-B9159994B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2781D2-D5BD-480F-BB83-53C263FB8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C12F3E-3AE8-47A7-BA0C-210DE2BE5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172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CDEC-80DD-44FD-87ED-767C2FA30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292CCD-4B75-45FB-98A6-735873752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9243F9-A523-4595-950A-A86EFB8DA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68C2E0-2E4D-4B36-979D-F2375420B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28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E46FD8-EC6C-42A7-98E1-FC56EEE82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E0800C-B826-41B4-A243-B36296B64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187CB-862A-46BE-A68E-D4A82FE94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676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8E107-3892-4E64-BDDA-CDF25A25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A345D-808F-4F5C-A693-EE1BD803D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EB5494-E2C2-4E1A-A55C-B6F965B43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032549-0479-4245-9491-0EDF264A8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DB5CF-F4F7-4439-AE72-E5E794AF6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4244DC-B202-469A-AC18-C6FBC47C0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530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2DE7F-8D96-4394-B3C4-E90625F4D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B5D2BA-AFFA-4D89-A128-DCEE73ADC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2A3167-3ED5-4E1C-95CA-2C0DA32931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9F1B83-D833-46FB-B8F9-FA04CBF20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C36967-54F8-4897-9D64-D7332874B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926CB3-4534-4D33-B3B6-4717B20F3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921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0591D-71AB-44B0-A8FF-8DA89DF43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99BF31-FDD0-4B03-9E4C-18FA15FB8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35DB6-B91A-42DA-8722-A16D02B6C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04C1A-3BFB-4306-8451-0366BAB2F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47995-D404-46E1-B86F-17C3C8B09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496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B0D8ED-73E1-4FE3-BF6D-5D9C5BAF4C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F26129-7B22-402F-AFC8-1067547D0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C7EC3-A12B-4D69-A61D-07E268ECD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ABADA-90D3-48E7-B44C-D632B1A8F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B1A7B-8555-421A-99B8-5ADAA6942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660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D4AD56-CD23-40BA-A489-EAD1F37F4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F5D0B-5BF7-4414-99DD-09FA3E5D6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946D8-FBAF-4329-8716-8812B9BA77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24074-C14C-4063-9727-25396F45EE8B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5A8AF-D0BF-43C3-8DA2-2C1303E88F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3433D-FDF1-4749-8452-EE98C76555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0634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Eloquent </a:t>
            </a:r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Laravel's paginator is integrated with the query builder and Eloquent ORM and provides convenient, easy-to-use pagination of database records with zero configuration.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several ways to paginate items. The simplest is by using the paginate method on the query builder or an Eloquent query. 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7048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paginate( )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paginate method automatically takes care of setting the query's "limit" and "offset" based on the current page being viewed by the user.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default, the current page is detected by the value of the page query string argument on the HTTP request.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value is automatically detected by Laravel, and is also automatically inserted into links generated by the paginator.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 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$students = Student::paginate(5);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$students = Student::where(‘marks’, ‘&gt;’, 50)-&gt;paginate(5);</a:t>
            </a:r>
          </a:p>
        </p:txBody>
      </p:sp>
    </p:spTree>
    <p:extLst>
      <p:ext uri="{BB962C8B-B14F-4D97-AF65-F5344CB8AC3E}">
        <p14:creationId xmlns:p14="http://schemas.microsoft.com/office/powerpoint/2010/main" val="667670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Displaying Pagination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@foreach ($students as $</a:t>
            </a:r>
            <a:r>
              <a:rPr lang="en-US" sz="2400" dirty="0" err="1">
                <a:cs typeface="Times New Roman" panose="02020603050405020304" pitchFamily="18" charset="0"/>
              </a:rPr>
              <a:t>stu</a:t>
            </a:r>
            <a:r>
              <a:rPr lang="en-US" sz="2400" dirty="0"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        {{ $</a:t>
            </a:r>
            <a:r>
              <a:rPr lang="en-US" sz="2400" dirty="0" err="1">
                <a:cs typeface="Times New Roman" panose="02020603050405020304" pitchFamily="18" charset="0"/>
              </a:rPr>
              <a:t>stu</a:t>
            </a:r>
            <a:r>
              <a:rPr lang="en-US" sz="2400" dirty="0">
                <a:cs typeface="Times New Roman" panose="02020603050405020304" pitchFamily="18" charset="0"/>
              </a:rPr>
              <a:t>-&gt;name }}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 @</a:t>
            </a:r>
            <a:r>
              <a:rPr lang="en-US" sz="2400" dirty="0" err="1">
                <a:cs typeface="Times New Roman" panose="02020603050405020304" pitchFamily="18" charset="0"/>
              </a:rPr>
              <a:t>endforeach</a:t>
            </a:r>
            <a:endParaRPr lang="en-US" sz="2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{{ $students-&gt;links() }}</a:t>
            </a:r>
          </a:p>
          <a:p>
            <a:pPr marL="0" indent="0">
              <a:buNone/>
            </a:pPr>
            <a:endParaRPr lang="en-US" sz="2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The links method will render the links to the rest of the pages in the result set. Each of these links will already contain the proper page query string variable. </a:t>
            </a:r>
          </a:p>
        </p:txBody>
      </p:sp>
    </p:spTree>
    <p:extLst>
      <p:ext uri="{BB962C8B-B14F-4D97-AF65-F5344CB8AC3E}">
        <p14:creationId xmlns:p14="http://schemas.microsoft.com/office/powerpoint/2010/main" val="513992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Customizing Pagination URLs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default, links generated by the paginator will match the current request's URI.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the paginator's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withPath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 allows you to customize the URI used by the paginator when generating links.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$students-&gt;</a:t>
            </a:r>
            <a:r>
              <a:rPr lang="en-US" sz="2400" dirty="0" err="1">
                <a:cs typeface="Times New Roman" panose="02020603050405020304" pitchFamily="18" charset="0"/>
              </a:rPr>
              <a:t>withPath</a:t>
            </a:r>
            <a:r>
              <a:rPr lang="en-US" sz="2400" dirty="0">
                <a:cs typeface="Times New Roman" panose="02020603050405020304" pitchFamily="18" charset="0"/>
              </a:rPr>
              <a:t>(‘/cs/students');</a:t>
            </a:r>
          </a:p>
        </p:txBody>
      </p:sp>
    </p:spTree>
    <p:extLst>
      <p:ext uri="{BB962C8B-B14F-4D97-AF65-F5344CB8AC3E}">
        <p14:creationId xmlns:p14="http://schemas.microsoft.com/office/powerpoint/2010/main" val="1204802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simplePagination</a:t>
            </a:r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)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only need to display simple "Next" and "Previous" links in your application's UI, you may use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simplePaginate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 to perform a single, efficient query.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 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$students = Student::where(‘marks’, ‘&gt;’, 50)-&gt;</a:t>
            </a:r>
            <a:r>
              <a:rPr lang="en-US" sz="2400" dirty="0" err="1">
                <a:cs typeface="Times New Roman" panose="02020603050405020304" pitchFamily="18" charset="0"/>
              </a:rPr>
              <a:t>simplePaginate</a:t>
            </a:r>
            <a:r>
              <a:rPr lang="en-US" sz="2400" dirty="0">
                <a:cs typeface="Times New Roman" panose="02020603050405020304" pitchFamily="18" charset="0"/>
              </a:rPr>
              <a:t>(5);</a:t>
            </a:r>
          </a:p>
        </p:txBody>
      </p:sp>
    </p:spTree>
    <p:extLst>
      <p:ext uri="{BB962C8B-B14F-4D97-AF65-F5344CB8AC3E}">
        <p14:creationId xmlns:p14="http://schemas.microsoft.com/office/powerpoint/2010/main" val="1606329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Bootstrap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Bootstrap in blade file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App\Providers\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AppServiceProvider.php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then write below code</a:t>
            </a:r>
          </a:p>
          <a:p>
            <a:pPr marL="396875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Illuminate\Pagination\Paginator;</a:t>
            </a:r>
          </a:p>
          <a:p>
            <a:pPr marL="396875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public function boot()</a:t>
            </a:r>
          </a:p>
          <a:p>
            <a:pPr marL="396875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marL="396875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Paginator::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useBootstrap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396875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687872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Customizing The Pagination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easiest way to customize the pagination views is by exporting them to your resources/views/vendor directory using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vendor:publish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command: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 artisan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vendor:publish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--tag=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laravel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-pagination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command will place the views in your application's resources/views/vendor/pagination directory. </a:t>
            </a:r>
          </a:p>
        </p:txBody>
      </p:sp>
    </p:spTree>
    <p:extLst>
      <p:ext uri="{BB962C8B-B14F-4D97-AF65-F5344CB8AC3E}">
        <p14:creationId xmlns:p14="http://schemas.microsoft.com/office/powerpoint/2010/main" val="2099764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1756342-F292-4F57-8774-6D1102BC0D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376300"/>
              </p:ext>
            </p:extLst>
          </p:nvPr>
        </p:nvGraphicFramePr>
        <p:xfrm>
          <a:off x="806264" y="1176804"/>
          <a:ext cx="10776136" cy="5113158"/>
        </p:xfrm>
        <a:graphic>
          <a:graphicData uri="http://schemas.openxmlformats.org/drawingml/2006/table">
            <a:tbl>
              <a:tblPr/>
              <a:tblGrid>
                <a:gridCol w="4600740">
                  <a:extLst>
                    <a:ext uri="{9D8B030D-6E8A-4147-A177-3AD203B41FA5}">
                      <a16:colId xmlns:a16="http://schemas.microsoft.com/office/drawing/2014/main" val="1804621152"/>
                    </a:ext>
                  </a:extLst>
                </a:gridCol>
                <a:gridCol w="6175396">
                  <a:extLst>
                    <a:ext uri="{9D8B030D-6E8A-4147-A177-3AD203B41FA5}">
                      <a16:colId xmlns:a16="http://schemas.microsoft.com/office/drawing/2014/main" val="3583539593"/>
                    </a:ext>
                  </a:extLst>
                </a:gridCol>
              </a:tblGrid>
              <a:tr h="42949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marL="39558" marR="39558" marT="39558" marB="39558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39558" marR="39558" marT="39558" marB="39558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0953773"/>
                  </a:ext>
                </a:extLst>
              </a:tr>
              <a:tr h="429498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$paginator-&gt;count()</a:t>
                      </a:r>
                    </a:p>
                  </a:txBody>
                  <a:tcPr marL="39558" marR="39558" marT="39558" marB="39558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 the number of items for the current page.</a:t>
                      </a:r>
                    </a:p>
                  </a:txBody>
                  <a:tcPr marL="39558" marR="39558" marT="39558" marB="39558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6105526"/>
                  </a:ext>
                </a:extLst>
              </a:tr>
              <a:tr h="429498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$paginator-&gt;currentPage()</a:t>
                      </a:r>
                    </a:p>
                  </a:txBody>
                  <a:tcPr marL="39558" marR="39558" marT="39558" marB="39558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 the current page number.</a:t>
                      </a:r>
                    </a:p>
                  </a:txBody>
                  <a:tcPr marL="39558" marR="39558" marT="39558" marB="39558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2796922"/>
                  </a:ext>
                </a:extLst>
              </a:tr>
              <a:tr h="593522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$paginator-&gt;</a:t>
                      </a:r>
                      <a:r>
                        <a:rPr lang="en-US" sz="2000" dirty="0" err="1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firstItem</a:t>
                      </a:r>
                      <a:r>
                        <a:rPr lang="en-US" sz="20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()</a:t>
                      </a:r>
                    </a:p>
                  </a:txBody>
                  <a:tcPr marL="39558" marR="39558" marT="39558" marB="39558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 the result number of the first item in the results.</a:t>
                      </a:r>
                    </a:p>
                  </a:txBody>
                  <a:tcPr marL="39558" marR="39558" marT="39558" marB="39558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995255"/>
                  </a:ext>
                </a:extLst>
              </a:tr>
              <a:tr h="429498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$paginator-&gt;getOptions()</a:t>
                      </a:r>
                    </a:p>
                  </a:txBody>
                  <a:tcPr marL="39558" marR="39558" marT="39558" marB="39558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 the paginator options.</a:t>
                      </a:r>
                    </a:p>
                  </a:txBody>
                  <a:tcPr marL="39558" marR="39558" marT="39558" marB="39558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404519"/>
                  </a:ext>
                </a:extLst>
              </a:tr>
              <a:tr h="429498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$paginator-&gt;getUrlRange($start, $end)</a:t>
                      </a:r>
                    </a:p>
                  </a:txBody>
                  <a:tcPr marL="39558" marR="39558" marT="39558" marB="39558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 a range of pagination URLs.</a:t>
                      </a:r>
                    </a:p>
                  </a:txBody>
                  <a:tcPr marL="39558" marR="39558" marT="39558" marB="39558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2412465"/>
                  </a:ext>
                </a:extLst>
              </a:tr>
              <a:tr h="755604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$paginator-&gt;</a:t>
                      </a:r>
                      <a:r>
                        <a:rPr lang="en-US" sz="2000" dirty="0" err="1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hasPages</a:t>
                      </a:r>
                      <a:r>
                        <a:rPr lang="en-US" sz="20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()</a:t>
                      </a:r>
                    </a:p>
                  </a:txBody>
                  <a:tcPr marL="39558" marR="39558" marT="39558" marB="39558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Determine if there are enough items to split into multiple pages.</a:t>
                      </a:r>
                    </a:p>
                  </a:txBody>
                  <a:tcPr marL="39558" marR="39558" marT="39558" marB="39558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1311792"/>
                  </a:ext>
                </a:extLst>
              </a:tr>
              <a:tr h="593522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$paginator-&gt;</a:t>
                      </a:r>
                      <a:r>
                        <a:rPr lang="en-US" sz="2000" dirty="0" err="1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hasMorePages</a:t>
                      </a:r>
                      <a:r>
                        <a:rPr lang="en-US" sz="20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()</a:t>
                      </a:r>
                    </a:p>
                  </a:txBody>
                  <a:tcPr marL="39558" marR="39558" marT="39558" marB="39558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Determine if there are more items in the data store.</a:t>
                      </a:r>
                    </a:p>
                  </a:txBody>
                  <a:tcPr marL="39558" marR="39558" marT="39558" marB="39558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1223926"/>
                  </a:ext>
                </a:extLst>
              </a:tr>
              <a:tr h="429498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$paginator-&gt;items()</a:t>
                      </a:r>
                    </a:p>
                  </a:txBody>
                  <a:tcPr marL="39558" marR="39558" marT="39558" marB="39558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 the items for the current page.</a:t>
                      </a:r>
                    </a:p>
                  </a:txBody>
                  <a:tcPr marL="39558" marR="39558" marT="39558" marB="39558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2168773"/>
                  </a:ext>
                </a:extLst>
              </a:tr>
              <a:tr h="593522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$paginator-&gt;</a:t>
                      </a:r>
                      <a:r>
                        <a:rPr lang="en-US" sz="2000" dirty="0" err="1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lastItem</a:t>
                      </a:r>
                      <a:r>
                        <a:rPr lang="en-US" sz="20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()</a:t>
                      </a:r>
                    </a:p>
                  </a:txBody>
                  <a:tcPr marL="39558" marR="39558" marT="39558" marB="39558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 the result number of the last item in the results.</a:t>
                      </a:r>
                    </a:p>
                  </a:txBody>
                  <a:tcPr marL="39558" marR="39558" marT="39558" marB="39558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8249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3308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40077F4-4BE9-4FF7-9C85-F4DD891FF8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707920"/>
              </p:ext>
            </p:extLst>
          </p:nvPr>
        </p:nvGraphicFramePr>
        <p:xfrm>
          <a:off x="609597" y="1176806"/>
          <a:ext cx="10972800" cy="4909958"/>
        </p:xfrm>
        <a:graphic>
          <a:graphicData uri="http://schemas.openxmlformats.org/drawingml/2006/table">
            <a:tbl>
              <a:tblPr/>
              <a:tblGrid>
                <a:gridCol w="4267203">
                  <a:extLst>
                    <a:ext uri="{9D8B030D-6E8A-4147-A177-3AD203B41FA5}">
                      <a16:colId xmlns:a16="http://schemas.microsoft.com/office/drawing/2014/main" val="1337167298"/>
                    </a:ext>
                  </a:extLst>
                </a:gridCol>
                <a:gridCol w="6705597">
                  <a:extLst>
                    <a:ext uri="{9D8B030D-6E8A-4147-A177-3AD203B41FA5}">
                      <a16:colId xmlns:a16="http://schemas.microsoft.com/office/drawing/2014/main" val="3756963610"/>
                    </a:ext>
                  </a:extLst>
                </a:gridCol>
              </a:tblGrid>
              <a:tr h="469233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marL="38990" marR="38990" marT="38990" marB="38990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38990" marR="38990" marT="38990" marB="38990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1823349"/>
                  </a:ext>
                </a:extLst>
              </a:tr>
              <a:tr h="743692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$paginator-&gt;</a:t>
                      </a:r>
                      <a:r>
                        <a:rPr lang="en-US" sz="2000" dirty="0" err="1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lastPage</a:t>
                      </a:r>
                      <a:r>
                        <a:rPr lang="en-US" sz="20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()</a:t>
                      </a:r>
                    </a:p>
                  </a:txBody>
                  <a:tcPr marL="38990" marR="38990" marT="38990" marB="38990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 the page number of the last available page. (Not available when using simplePaginate).</a:t>
                      </a:r>
                    </a:p>
                  </a:txBody>
                  <a:tcPr marL="38990" marR="38990" marT="38990" marB="38990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3095209"/>
                  </a:ext>
                </a:extLst>
              </a:tr>
              <a:tr h="414018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$paginator-&gt;nextPageUrl()</a:t>
                      </a:r>
                    </a:p>
                  </a:txBody>
                  <a:tcPr marL="38990" marR="38990" marT="38990" marB="38990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 the URL for the next page.</a:t>
                      </a:r>
                    </a:p>
                  </a:txBody>
                  <a:tcPr marL="38990" marR="38990" marT="38990" marB="38990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7846608"/>
                  </a:ext>
                </a:extLst>
              </a:tr>
              <a:tr h="414018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$paginator-&gt;onFirstPage()</a:t>
                      </a:r>
                    </a:p>
                  </a:txBody>
                  <a:tcPr marL="38990" marR="38990" marT="38990" marB="38990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Determine if the paginator is on the first page.</a:t>
                      </a:r>
                    </a:p>
                  </a:txBody>
                  <a:tcPr marL="38990" marR="38990" marT="38990" marB="38990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6890669"/>
                  </a:ext>
                </a:extLst>
              </a:tr>
              <a:tr h="414018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$paginator-&gt;perPage()</a:t>
                      </a:r>
                    </a:p>
                  </a:txBody>
                  <a:tcPr marL="38990" marR="38990" marT="38990" marB="38990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number of items to be shown per page.</a:t>
                      </a:r>
                    </a:p>
                  </a:txBody>
                  <a:tcPr marL="38990" marR="38990" marT="38990" marB="38990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4564038"/>
                  </a:ext>
                </a:extLst>
              </a:tr>
              <a:tr h="414018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$paginator-&gt;previousPageUrl()</a:t>
                      </a:r>
                    </a:p>
                  </a:txBody>
                  <a:tcPr marL="38990" marR="38990" marT="38990" marB="38990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 the URL for the previous page.</a:t>
                      </a:r>
                    </a:p>
                  </a:txBody>
                  <a:tcPr marL="38990" marR="38990" marT="38990" marB="38990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70243"/>
                  </a:ext>
                </a:extLst>
              </a:tr>
              <a:tr h="743692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$paginator-&gt;total()</a:t>
                      </a:r>
                    </a:p>
                  </a:txBody>
                  <a:tcPr marL="38990" marR="38990" marT="38990" marB="38990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Determine the total number of matching items in the data store. (Not available when using 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simplePaginate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).</a:t>
                      </a:r>
                    </a:p>
                  </a:txBody>
                  <a:tcPr marL="38990" marR="38990" marT="38990" marB="38990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7920796"/>
                  </a:ext>
                </a:extLst>
              </a:tr>
              <a:tr h="414018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$paginator-&gt;url($page)</a:t>
                      </a:r>
                    </a:p>
                  </a:txBody>
                  <a:tcPr marL="38990" marR="38990" marT="38990" marB="38990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 the URL for a given page number.</a:t>
                      </a:r>
                    </a:p>
                  </a:txBody>
                  <a:tcPr marL="38990" marR="38990" marT="38990" marB="38990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4887581"/>
                  </a:ext>
                </a:extLst>
              </a:tr>
              <a:tr h="469233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$paginator-&gt;getPageName()</a:t>
                      </a:r>
                    </a:p>
                  </a:txBody>
                  <a:tcPr marL="38990" marR="38990" marT="38990" marB="38990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 the query string variable used to store the page.</a:t>
                      </a:r>
                    </a:p>
                  </a:txBody>
                  <a:tcPr marL="38990" marR="38990" marT="38990" marB="38990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749590"/>
                  </a:ext>
                </a:extLst>
              </a:tr>
              <a:tr h="414018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$paginator-&gt;</a:t>
                      </a:r>
                      <a:r>
                        <a:rPr lang="en-US" sz="2000" dirty="0" err="1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setPageName</a:t>
                      </a:r>
                      <a:r>
                        <a:rPr lang="en-US" sz="20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($name)</a:t>
                      </a:r>
                    </a:p>
                  </a:txBody>
                  <a:tcPr marL="38990" marR="38990" marT="38990" marB="38990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 the query string variable used to store the page.</a:t>
                      </a:r>
                    </a:p>
                  </a:txBody>
                  <a:tcPr marL="38990" marR="38990" marT="38990" marB="38990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62409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7268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</TotalTime>
  <Words>702</Words>
  <Application>Microsoft Office PowerPoint</Application>
  <PresentationFormat>Widescreen</PresentationFormat>
  <Paragraphs>82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Eloquent Pagination</vt:lpstr>
      <vt:lpstr>paginate( ) Method</vt:lpstr>
      <vt:lpstr>Displaying Pagination Results</vt:lpstr>
      <vt:lpstr>Customizing Pagination URLs</vt:lpstr>
      <vt:lpstr>simplePagination( ) Method</vt:lpstr>
      <vt:lpstr>Using Bootstrap</vt:lpstr>
      <vt:lpstr>Customizing The Pagination View</vt:lpstr>
      <vt:lpstr>Methods</vt:lpstr>
      <vt:lpstr>Methods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Install Laravel</dc:title>
  <dc:creator>RK</dc:creator>
  <cp:lastModifiedBy>RK</cp:lastModifiedBy>
  <cp:revision>99</cp:revision>
  <dcterms:created xsi:type="dcterms:W3CDTF">2020-01-16T07:28:28Z</dcterms:created>
  <dcterms:modified xsi:type="dcterms:W3CDTF">2021-04-20T15:04:06Z</dcterms:modified>
</cp:coreProperties>
</file>