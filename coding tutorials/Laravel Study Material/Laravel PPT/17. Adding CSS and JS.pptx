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7" r:id="rId3"/>
    <p:sldId id="27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C3F35-3C31-4FCC-B762-8FA83DB948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C11F85-AF32-484E-B7DE-BAD2167DF4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7C33E-110C-43CE-8805-5FD96AF6E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E970A-36AA-461D-BFF5-A7073A89A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24AC1-CF3D-4264-B44C-4AC3694EA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53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9D500-4B8D-424C-8E02-B591E74EC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C130C-93BE-4086-A02D-A4D7DF5A4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33FFA-4982-4138-A83F-360E42BC9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70961-FF6B-4014-ABD0-D52345560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84993-0B9F-4D18-A786-A001E4813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196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9AFEF-9148-490C-A07D-66025A389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19A05-8FC1-4F08-A6DF-48B5588EC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6C234-7D79-4017-A28E-009351AFB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09164-4C4A-4127-B3F2-BB08C8341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D9619-5D24-4157-A6FD-5834D0A22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312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1FB17-9AD1-4F3B-AA4E-56593842D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4D886-9A3F-42F3-AB90-9B4FCED53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D4B41A-A242-49E8-8BC4-FCD743948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2A4D90-D5C8-487E-B4C9-B9DE8D591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AE19E-19C8-4D55-9148-C3B99134A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966303-18AD-4792-A099-E495F2C51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587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87564-7E6D-44C1-8EAE-6A4E965C2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E3F7CD-9F80-48DE-AC2D-8C68C18BC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0FAB47-FABF-4808-B75D-EE89F7DDCE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A02129-2ED0-4522-9D50-7E1E317320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1CDBFA-5E0F-4440-971C-EA63B08383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005AA4-F250-48C7-A79B-B9159994B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3/27/2021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2781D2-D5BD-480F-BB83-53C263FB8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C12F3E-3AE8-47A7-BA0C-210DE2BE5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172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CDEC-80DD-44FD-87ED-767C2FA30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292CCD-4B75-45FB-98A6-735873752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3/27/2021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9243F9-A523-4595-950A-A86EFB8DA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68C2E0-2E4D-4B36-979D-F2375420B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28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E46FD8-EC6C-42A7-98E1-FC56EEE82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3/27/2021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E0800C-B826-41B4-A243-B36296B64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E187CB-862A-46BE-A68E-D4A82FE94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676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8E107-3892-4E64-BDDA-CDF25A25C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A345D-808F-4F5C-A693-EE1BD803D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EB5494-E2C2-4E1A-A55C-B6F965B43E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032549-0479-4245-9491-0EDF264A8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2DB5CF-F4F7-4439-AE72-E5E794AF6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4244DC-B202-469A-AC18-C6FBC47C0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530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2DE7F-8D96-4394-B3C4-E90625F4D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B5D2BA-AFFA-4D89-A128-DCEE73ADC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2A3167-3ED5-4E1C-95CA-2C0DA32931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9F1B83-D833-46FB-B8F9-FA04CBF20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C36967-54F8-4897-9D64-D7332874B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926CB3-4534-4D33-B3B6-4717B20F3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921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0591D-71AB-44B0-A8FF-8DA89DF43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99BF31-FDD0-4B03-9E4C-18FA15FB82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35DB6-B91A-42DA-8722-A16D02B6C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04C1A-3BFB-4306-8451-0366BAB2F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47995-D404-46E1-B86F-17C3C8B09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496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B0D8ED-73E1-4FE3-BF6D-5D9C5BAF4C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F26129-7B22-402F-AFC8-1067547D0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C7EC3-A12B-4D69-A61D-07E268ECD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ABADA-90D3-48E7-B44C-D632B1A8F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B1A7B-8555-421A-99B8-5ADAA6942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660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D4AD56-CD23-40BA-A489-EAD1F37F4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F5D0B-5BF7-4414-99DD-09FA3E5D6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946D8-FBAF-4329-8716-8812B9BA77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24074-C14C-4063-9727-25396F45EE8B}" type="datetimeFigureOut">
              <a:rPr lang="en-US" smtClean="0"/>
              <a:t>3/27/2021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5A8AF-D0BF-43C3-8DA2-2C1303E88F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3433D-FDF1-4749-8452-EE98C76555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0634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CSS and JS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399"/>
            <a:ext cx="10972800" cy="5175069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CSS and JS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CSS and JS</a:t>
            </a:r>
          </a:p>
          <a:p>
            <a:pPr marL="627063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 Public Folder</a:t>
            </a:r>
          </a:p>
          <a:p>
            <a:pPr marL="627063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 Resources Folder</a:t>
            </a:r>
          </a:p>
        </p:txBody>
      </p:sp>
    </p:spTree>
    <p:extLst>
      <p:ext uri="{BB962C8B-B14F-4D97-AF65-F5344CB8AC3E}">
        <p14:creationId xmlns:p14="http://schemas.microsoft.com/office/powerpoint/2010/main" val="1577048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marL="627063" algn="ctr"/>
            <a:r>
              <a:rPr lang="en-US" sz="5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 Resources Folder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399"/>
            <a:ext cx="10972800" cy="5175069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 Node - https://nodejs.org/en/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 Laravel Mix using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The required dependency is already mention 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package.json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 so just run </a:t>
            </a:r>
            <a:r>
              <a:rPr lang="en-US" sz="24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install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Laravel mix will automatically get installed.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CSS and JS Files inside resources/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resources/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folder respectively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webpack.mix.js file and mentioned created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files, later it will be processed.</a:t>
            </a:r>
          </a:p>
          <a:p>
            <a:pPr marL="287338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 </a:t>
            </a:r>
          </a:p>
          <a:p>
            <a:pPr marL="287338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mix.js('resources/</a:t>
            </a:r>
            <a:r>
              <a:rPr lang="en-US" sz="2400" dirty="0" err="1">
                <a:cs typeface="Times New Roman" panose="02020603050405020304" pitchFamily="18" charset="0"/>
              </a:rPr>
              <a:t>js</a:t>
            </a:r>
            <a:r>
              <a:rPr lang="en-US" sz="2400" dirty="0">
                <a:cs typeface="Times New Roman" panose="02020603050405020304" pitchFamily="18" charset="0"/>
              </a:rPr>
              <a:t>/app.js', 'public/</a:t>
            </a:r>
            <a:r>
              <a:rPr lang="en-US" sz="2400" dirty="0" err="1">
                <a:cs typeface="Times New Roman" panose="02020603050405020304" pitchFamily="18" charset="0"/>
              </a:rPr>
              <a:t>js'</a:t>
            </a:r>
            <a:r>
              <a:rPr lang="en-US" sz="2400" dirty="0">
                <a:cs typeface="Times New Roman" panose="02020603050405020304" pitchFamily="18" charset="0"/>
              </a:rPr>
              <a:t>)</a:t>
            </a:r>
          </a:p>
          <a:p>
            <a:pPr marL="287338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     .</a:t>
            </a:r>
            <a:r>
              <a:rPr lang="en-US" sz="2400" dirty="0" err="1">
                <a:cs typeface="Times New Roman" panose="02020603050405020304" pitchFamily="18" charset="0"/>
              </a:rPr>
              <a:t>js</a:t>
            </a:r>
            <a:r>
              <a:rPr lang="en-US" sz="2400" dirty="0">
                <a:cs typeface="Times New Roman" panose="02020603050405020304" pitchFamily="18" charset="0"/>
              </a:rPr>
              <a:t>('resources/</a:t>
            </a:r>
            <a:r>
              <a:rPr lang="en-US" sz="2400" dirty="0" err="1">
                <a:cs typeface="Times New Roman" panose="02020603050405020304" pitchFamily="18" charset="0"/>
              </a:rPr>
              <a:t>js</a:t>
            </a:r>
            <a:r>
              <a:rPr lang="en-US" sz="2400" dirty="0">
                <a:cs typeface="Times New Roman" panose="02020603050405020304" pitchFamily="18" charset="0"/>
              </a:rPr>
              <a:t>/myscript.js', 'public/</a:t>
            </a:r>
            <a:r>
              <a:rPr lang="en-US" sz="2400" dirty="0" err="1">
                <a:cs typeface="Times New Roman" panose="02020603050405020304" pitchFamily="18" charset="0"/>
              </a:rPr>
              <a:t>js'</a:t>
            </a:r>
            <a:r>
              <a:rPr lang="en-US" sz="2400" dirty="0">
                <a:cs typeface="Times New Roman" panose="02020603050405020304" pitchFamily="18" charset="0"/>
              </a:rPr>
              <a:t>)</a:t>
            </a:r>
          </a:p>
          <a:p>
            <a:pPr marL="287338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     .</a:t>
            </a:r>
            <a:r>
              <a:rPr lang="en-US" sz="2400" dirty="0" err="1">
                <a:cs typeface="Times New Roman" panose="02020603050405020304" pitchFamily="18" charset="0"/>
              </a:rPr>
              <a:t>postCss</a:t>
            </a:r>
            <a:r>
              <a:rPr lang="en-US" sz="2400" dirty="0">
                <a:cs typeface="Times New Roman" panose="02020603050405020304" pitchFamily="18" charset="0"/>
              </a:rPr>
              <a:t>('resources/</a:t>
            </a:r>
            <a:r>
              <a:rPr lang="en-US" sz="2400" dirty="0" err="1">
                <a:cs typeface="Times New Roman" panose="02020603050405020304" pitchFamily="18" charset="0"/>
              </a:rPr>
              <a:t>css</a:t>
            </a:r>
            <a:r>
              <a:rPr lang="en-US" sz="2400" dirty="0">
                <a:cs typeface="Times New Roman" panose="02020603050405020304" pitchFamily="18" charset="0"/>
              </a:rPr>
              <a:t>/app.css', ‘public/</a:t>
            </a:r>
            <a:r>
              <a:rPr lang="en-US" sz="2400" dirty="0" err="1">
                <a:cs typeface="Times New Roman" panose="02020603050405020304" pitchFamily="18" charset="0"/>
              </a:rPr>
              <a:t>css</a:t>
            </a:r>
            <a:r>
              <a:rPr lang="en-US" sz="2400" dirty="0">
                <a:cs typeface="Times New Roman" panose="02020603050405020304" pitchFamily="18" charset="0"/>
              </a:rPr>
              <a:t>’, [ ])</a:t>
            </a:r>
          </a:p>
          <a:p>
            <a:pPr marL="287338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     .</a:t>
            </a:r>
            <a:r>
              <a:rPr lang="en-US" sz="2400" dirty="0" err="1">
                <a:cs typeface="Times New Roman" panose="02020603050405020304" pitchFamily="18" charset="0"/>
              </a:rPr>
              <a:t>postCss</a:t>
            </a:r>
            <a:r>
              <a:rPr lang="en-US" sz="2400" dirty="0">
                <a:cs typeface="Times New Roman" panose="02020603050405020304" pitchFamily="18" charset="0"/>
              </a:rPr>
              <a:t>('resources/</a:t>
            </a:r>
            <a:r>
              <a:rPr lang="en-US" sz="2400" dirty="0" err="1">
                <a:cs typeface="Times New Roman" panose="02020603050405020304" pitchFamily="18" charset="0"/>
              </a:rPr>
              <a:t>css</a:t>
            </a:r>
            <a:r>
              <a:rPr lang="en-US" sz="2400" dirty="0">
                <a:cs typeface="Times New Roman" panose="02020603050405020304" pitchFamily="18" charset="0"/>
              </a:rPr>
              <a:t>/style.css', ‘public/</a:t>
            </a:r>
            <a:r>
              <a:rPr lang="en-US" sz="2400" dirty="0" err="1">
                <a:cs typeface="Times New Roman" panose="02020603050405020304" pitchFamily="18" charset="0"/>
              </a:rPr>
              <a:t>css</a:t>
            </a:r>
            <a:r>
              <a:rPr lang="en-US" sz="2400" dirty="0">
                <a:cs typeface="Times New Roman" panose="02020603050405020304" pitchFamily="18" charset="0"/>
              </a:rPr>
              <a:t>’);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7837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marL="627063" algn="ctr"/>
            <a:r>
              <a:rPr lang="en-US" sz="5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 Resources Folder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399"/>
            <a:ext cx="10972800" cy="5175069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run </a:t>
            </a:r>
            <a:r>
              <a:rPr lang="en-US" sz="24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run dev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command will run all mix tasks and all of your application's CSS and JavaScript assets will be compiled and placed in your application's public directory (Non-minified code).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run </a:t>
            </a:r>
            <a:r>
              <a:rPr lang="en-US" sz="24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run prod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command will run all mix tasks and all of your application's CSS and JavaScript assets will be compiled and placed in your application's public directory (Minified code).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run </a:t>
            </a:r>
            <a:r>
              <a:rPr lang="en-US" sz="24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run watch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command which  will continue running in your terminal and watch all relevant CSS and JavaScript files for changes. Webpack will automatically recompile your assets when it detects a change to one of these files.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you can write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code inside resource folder and it will automatically compiled and will be available inside public folder.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84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856</TotalTime>
  <Words>306</Words>
  <Application>Microsoft Office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Adding CSS and JS</vt:lpstr>
      <vt:lpstr>Inside Resources Folder</vt:lpstr>
      <vt:lpstr>Inside Resources Folder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Install Laravel</dc:title>
  <dc:creator>RK</dc:creator>
  <cp:lastModifiedBy>RK</cp:lastModifiedBy>
  <cp:revision>228</cp:revision>
  <dcterms:created xsi:type="dcterms:W3CDTF">2020-01-16T07:28:28Z</dcterms:created>
  <dcterms:modified xsi:type="dcterms:W3CDTF">2021-03-27T15:53:11Z</dcterms:modified>
</cp:coreProperties>
</file>