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86" r:id="rId3"/>
    <p:sldId id="28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often need to pass additional content to your component via "slots".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slots are rendered by echoing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$slot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variable. 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and Using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Component Slot</a:t>
            </a:r>
          </a:p>
          <a:p>
            <a:pPr marL="285750" indent="0">
              <a:buNone/>
            </a:pPr>
            <a:r>
              <a:rPr lang="da-DK" sz="2400" dirty="0">
                <a:cs typeface="Times New Roman" panose="02020603050405020304" pitchFamily="18" charset="0"/>
              </a:rPr>
              <a:t>&lt;x-alert&gt;</a:t>
            </a:r>
          </a:p>
          <a:p>
            <a:pPr marL="285750" indent="0">
              <a:buNone/>
            </a:pPr>
            <a:r>
              <a:rPr lang="da-DK" sz="2400" dirty="0">
                <a:cs typeface="Times New Roman" panose="02020603050405020304" pitchFamily="18" charset="0"/>
              </a:rPr>
              <a:t>	&lt;span&gt;Hello I am alert&lt;/span&gt;</a:t>
            </a:r>
          </a:p>
          <a:p>
            <a:pPr marL="285750" indent="0">
              <a:buNone/>
            </a:pPr>
            <a:r>
              <a:rPr lang="da-DK" sz="2400" dirty="0">
                <a:cs typeface="Times New Roman" panose="02020603050405020304" pitchFamily="18" charset="0"/>
              </a:rPr>
              <a:t>  &lt;/x-alert&gt;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Slot inside Component</a:t>
            </a:r>
          </a:p>
          <a:p>
            <a:pPr marL="230188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&lt;div&gt;</a:t>
            </a:r>
          </a:p>
          <a:p>
            <a:pPr marL="230188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	&lt;h3&gt;Alert Component&lt;/h3&gt;</a:t>
            </a:r>
          </a:p>
          <a:p>
            <a:pPr marL="230188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    	{{$slot}}</a:t>
            </a:r>
          </a:p>
          <a:p>
            <a:pPr marL="230188" indent="0">
              <a:buNone/>
            </a:pPr>
            <a:r>
              <a:rPr lang="pt-BR" sz="2400" dirty="0">
                <a:cs typeface="Times New Roman" panose="02020603050405020304" pitchFamily="18" charset="0"/>
              </a:rPr>
              <a:t>&lt;/div&gt;</a:t>
            </a:r>
            <a:endParaRPr lang="fr-FR" sz="2400" dirty="0"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0A7FD9-7EC2-45BA-B142-9AF2DF3A38F7}"/>
              </a:ext>
            </a:extLst>
          </p:cNvPr>
          <p:cNvGrpSpPr/>
          <p:nvPr/>
        </p:nvGrpSpPr>
        <p:grpSpPr>
          <a:xfrm>
            <a:off x="2706255" y="2419927"/>
            <a:ext cx="3980872" cy="2743201"/>
            <a:chOff x="2706255" y="2419927"/>
            <a:chExt cx="3980872" cy="27432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852B523-40A6-4F12-9D52-7D328DE57045}"/>
                </a:ext>
              </a:extLst>
            </p:cNvPr>
            <p:cNvCxnSpPr/>
            <p:nvPr/>
          </p:nvCxnSpPr>
          <p:spPr>
            <a:xfrm>
              <a:off x="5486400" y="2419927"/>
              <a:ext cx="1200727" cy="0"/>
            </a:xfrm>
            <a:prstGeom prst="line">
              <a:avLst/>
            </a:prstGeom>
            <a:ln w="381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8E474B-B720-45D8-9F05-40143D784A70}"/>
                </a:ext>
              </a:extLst>
            </p:cNvPr>
            <p:cNvCxnSpPr>
              <a:cxnSpLocks/>
            </p:cNvCxnSpPr>
            <p:nvPr/>
          </p:nvCxnSpPr>
          <p:spPr>
            <a:xfrm>
              <a:off x="6687127" y="2419927"/>
              <a:ext cx="0" cy="2743201"/>
            </a:xfrm>
            <a:prstGeom prst="line">
              <a:avLst/>
            </a:prstGeom>
            <a:ln w="381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8483E1-AE88-4446-AD69-77A670EF284F}"/>
                </a:ext>
              </a:extLst>
            </p:cNvPr>
            <p:cNvCxnSpPr/>
            <p:nvPr/>
          </p:nvCxnSpPr>
          <p:spPr>
            <a:xfrm flipH="1">
              <a:off x="2706255" y="5163128"/>
              <a:ext cx="39808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826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Slot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Component Named Slot</a:t>
            </a:r>
          </a:p>
          <a:p>
            <a:pPr marL="285750" indent="0">
              <a:buNone/>
            </a:pPr>
            <a:r>
              <a:rPr lang="da-DK" sz="2000" dirty="0">
                <a:cs typeface="Times New Roman" panose="02020603050405020304" pitchFamily="18" charset="0"/>
              </a:rPr>
              <a:t>&lt;x-alert&gt;</a:t>
            </a:r>
          </a:p>
          <a:p>
            <a:pPr marL="285750" indent="0">
              <a:buNone/>
            </a:pPr>
            <a:r>
              <a:rPr lang="da-DK" sz="2000" dirty="0">
                <a:cs typeface="Times New Roman" panose="02020603050405020304" pitchFamily="18" charset="0"/>
              </a:rPr>
              <a:t>	&lt;x-slot name='title'&gt;Alert Title&lt;/x-slot&gt;</a:t>
            </a:r>
          </a:p>
          <a:p>
            <a:pPr marL="285750" indent="0">
              <a:buNone/>
            </a:pPr>
            <a:r>
              <a:rPr lang="da-DK" sz="2000" dirty="0">
                <a:cs typeface="Times New Roman" panose="02020603050405020304" pitchFamily="18" charset="0"/>
              </a:rPr>
              <a:t>	&lt;span&gt;Hello I am alert&lt;/span&gt;</a:t>
            </a:r>
          </a:p>
          <a:p>
            <a:pPr marL="285750" indent="0">
              <a:buNone/>
            </a:pPr>
            <a:r>
              <a:rPr lang="da-DK" sz="2000" dirty="0">
                <a:cs typeface="Times New Roman" panose="02020603050405020304" pitchFamily="18" charset="0"/>
              </a:rPr>
              <a:t>  &lt;/x-alert&gt;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Slot inside Component</a:t>
            </a:r>
          </a:p>
          <a:p>
            <a:pPr marL="230188" indent="0">
              <a:buNone/>
            </a:pPr>
            <a:r>
              <a:rPr lang="pt-BR" sz="2000" dirty="0">
                <a:cs typeface="Times New Roman" panose="02020603050405020304" pitchFamily="18" charset="0"/>
              </a:rPr>
              <a:t>&lt;div&gt;</a:t>
            </a:r>
          </a:p>
          <a:p>
            <a:pPr marL="230188" indent="0">
              <a:buNone/>
            </a:pPr>
            <a:r>
              <a:rPr lang="pt-BR" sz="2000" dirty="0">
                <a:cs typeface="Times New Roman" panose="02020603050405020304" pitchFamily="18" charset="0"/>
              </a:rPr>
              <a:t>	&lt;h2&gt;{{$title}}&lt;/h2&gt;</a:t>
            </a:r>
          </a:p>
          <a:p>
            <a:pPr marL="230188" indent="0">
              <a:buNone/>
            </a:pPr>
            <a:r>
              <a:rPr lang="pt-BR" sz="2000" dirty="0">
                <a:cs typeface="Times New Roman" panose="02020603050405020304" pitchFamily="18" charset="0"/>
              </a:rPr>
              <a:t>	&lt;h3&gt;Alert Component&lt;/h3&gt;</a:t>
            </a:r>
          </a:p>
          <a:p>
            <a:pPr marL="230188" indent="0">
              <a:buNone/>
            </a:pPr>
            <a:r>
              <a:rPr lang="pt-BR" sz="2000" dirty="0">
                <a:cs typeface="Times New Roman" panose="02020603050405020304" pitchFamily="18" charset="0"/>
              </a:rPr>
              <a:t>    	{{$slot}}</a:t>
            </a:r>
          </a:p>
          <a:p>
            <a:pPr marL="230188" indent="0">
              <a:buNone/>
            </a:pPr>
            <a:r>
              <a:rPr lang="pt-BR" sz="2000" dirty="0">
                <a:cs typeface="Times New Roman" panose="02020603050405020304" pitchFamily="18" charset="0"/>
              </a:rPr>
              <a:t>&lt;/div&gt;</a:t>
            </a:r>
            <a:endParaRPr lang="fr-FR" sz="2000" dirty="0"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47CA23-5EBF-49DE-9E7D-65519B9A6C3C}"/>
              </a:ext>
            </a:extLst>
          </p:cNvPr>
          <p:cNvGrpSpPr/>
          <p:nvPr/>
        </p:nvGrpSpPr>
        <p:grpSpPr>
          <a:xfrm>
            <a:off x="2604655" y="2708563"/>
            <a:ext cx="3980872" cy="2743201"/>
            <a:chOff x="2604655" y="2708563"/>
            <a:chExt cx="3980872" cy="27432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852B523-40A6-4F12-9D52-7D328DE57045}"/>
                </a:ext>
              </a:extLst>
            </p:cNvPr>
            <p:cNvCxnSpPr>
              <a:cxnSpLocks/>
            </p:cNvCxnSpPr>
            <p:nvPr/>
          </p:nvCxnSpPr>
          <p:spPr>
            <a:xfrm>
              <a:off x="4941455" y="2708563"/>
              <a:ext cx="1644072" cy="0"/>
            </a:xfrm>
            <a:prstGeom prst="line">
              <a:avLst/>
            </a:prstGeom>
            <a:ln w="381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8E474B-B720-45D8-9F05-40143D784A70}"/>
                </a:ext>
              </a:extLst>
            </p:cNvPr>
            <p:cNvCxnSpPr>
              <a:cxnSpLocks/>
            </p:cNvCxnSpPr>
            <p:nvPr/>
          </p:nvCxnSpPr>
          <p:spPr>
            <a:xfrm>
              <a:off x="6585527" y="2708563"/>
              <a:ext cx="0" cy="2743201"/>
            </a:xfrm>
            <a:prstGeom prst="line">
              <a:avLst/>
            </a:prstGeom>
            <a:ln w="381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8483E1-AE88-4446-AD69-77A670EF28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4655" y="5451764"/>
              <a:ext cx="39808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0C2A8A-CD9D-4AE2-8DB7-F6391A1AAE62}"/>
              </a:ext>
            </a:extLst>
          </p:cNvPr>
          <p:cNvGrpSpPr/>
          <p:nvPr/>
        </p:nvGrpSpPr>
        <p:grpSpPr>
          <a:xfrm>
            <a:off x="3671455" y="2279073"/>
            <a:ext cx="3980872" cy="2392219"/>
            <a:chOff x="3671455" y="2279073"/>
            <a:chExt cx="3980872" cy="239221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6C4A87-DD1D-4E43-870A-2244A883E2F3}"/>
                </a:ext>
              </a:extLst>
            </p:cNvPr>
            <p:cNvCxnSpPr>
              <a:cxnSpLocks/>
            </p:cNvCxnSpPr>
            <p:nvPr/>
          </p:nvCxnSpPr>
          <p:spPr>
            <a:xfrm>
              <a:off x="5763491" y="2279073"/>
              <a:ext cx="1888836" cy="0"/>
            </a:xfrm>
            <a:prstGeom prst="line">
              <a:avLst/>
            </a:prstGeom>
            <a:ln w="38100"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8402431-09A6-4946-84A0-5E27A339E2B0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27" y="2279073"/>
              <a:ext cx="0" cy="2392219"/>
            </a:xfrm>
            <a:prstGeom prst="line">
              <a:avLst/>
            </a:prstGeom>
            <a:ln w="38100"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D69F099-0556-41E9-93DD-191BADDA8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1455" y="4671292"/>
              <a:ext cx="398087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5D4F175-143A-4E7B-8B57-EB1F8CEDA98E}"/>
              </a:ext>
            </a:extLst>
          </p:cNvPr>
          <p:cNvSpPr/>
          <p:nvPr/>
        </p:nvSpPr>
        <p:spPr>
          <a:xfrm>
            <a:off x="2780146" y="5881253"/>
            <a:ext cx="56526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Note:- Any content not within an explicit x-slot tag will be passed to the component in the $slot variable.</a:t>
            </a:r>
          </a:p>
        </p:txBody>
      </p:sp>
    </p:spTree>
    <p:extLst>
      <p:ext uri="{BB962C8B-B14F-4D97-AF65-F5344CB8AC3E}">
        <p14:creationId xmlns:p14="http://schemas.microsoft.com/office/powerpoint/2010/main" val="127303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68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Slot</vt:lpstr>
      <vt:lpstr>Defining and Using Slot</vt:lpstr>
      <vt:lpstr>Named Slot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171</cp:revision>
  <dcterms:created xsi:type="dcterms:W3CDTF">2020-01-16T07:28:28Z</dcterms:created>
  <dcterms:modified xsi:type="dcterms:W3CDTF">2021-03-26T17:34:32Z</dcterms:modified>
</cp:coreProperties>
</file>