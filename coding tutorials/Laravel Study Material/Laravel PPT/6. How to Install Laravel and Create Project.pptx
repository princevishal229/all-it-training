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Install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Laravel installer using Composer: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composer global require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/installer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Then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will create a fresh Laravel installation in the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directory you specify</a:t>
            </a:r>
          </a:p>
          <a:p>
            <a:pPr marL="0" indent="0"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projectname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Laravel by issuing the Composer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create-project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</a:p>
          <a:p>
            <a:pPr marL="0" indent="0"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composer create-project --prefer-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projectname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Uninstall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composer global require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/installer</a:t>
            </a:r>
          </a:p>
          <a:p>
            <a:pPr marL="0" indent="0">
              <a:buNone/>
            </a:pP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composer global remove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/installer</a:t>
            </a:r>
          </a:p>
        </p:txBody>
      </p:sp>
    </p:spTree>
    <p:extLst>
      <p:ext uri="{BB962C8B-B14F-4D97-AF65-F5344CB8AC3E}">
        <p14:creationId xmlns:p14="http://schemas.microsoft.com/office/powerpoint/2010/main" val="30588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How to Install Laravel</vt:lpstr>
      <vt:lpstr>How to Uninstall Laravel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7</cp:revision>
  <dcterms:created xsi:type="dcterms:W3CDTF">2020-01-16T07:28:28Z</dcterms:created>
  <dcterms:modified xsi:type="dcterms:W3CDTF">2020-11-24T06:20:47Z</dcterms:modified>
</cp:coreProperties>
</file>