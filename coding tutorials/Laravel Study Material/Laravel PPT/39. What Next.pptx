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45" d="100"/>
          <a:sy n="145" d="100"/>
        </p:scale>
        <p:origin x="546" y="114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"/>
            <a:ext cx="8229600" cy="857250"/>
          </a:xfrm>
        </p:spPr>
        <p:txBody>
          <a:bodyPr>
            <a:normAutofit/>
          </a:bodyPr>
          <a:lstStyle/>
          <a:p>
            <a:r>
              <a:rPr lang="en-IN" sz="4000" b="1" u="sng" dirty="0">
                <a:latin typeface="Times New Roman" pitchFamily="18" charset="0"/>
                <a:cs typeface="Times New Roman" pitchFamily="18" charset="0"/>
              </a:rPr>
              <a:t>What Next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71550"/>
            <a:ext cx="8229600" cy="3733800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Update Yourself  by reading Laravel Doc and other Resources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Build Applications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Apply for Job or Internship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Try to use various packages - </a:t>
            </a:r>
            <a:r>
              <a:rPr lang="en-US" sz="2000" dirty="0"/>
              <a:t>https://packagist.org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Laravel API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Learn other Web App Framework/Library – CodeIgniter, Cake PHP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Job Opportunities in Laravel</a:t>
            </a:r>
          </a:p>
        </p:txBody>
      </p:sp>
    </p:spTree>
    <p:extLst>
      <p:ext uri="{BB962C8B-B14F-4D97-AF65-F5344CB8AC3E}">
        <p14:creationId xmlns:p14="http://schemas.microsoft.com/office/powerpoint/2010/main" val="3728044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107</TotalTime>
  <Words>48</Words>
  <Application>Microsoft Office PowerPoint</Application>
  <PresentationFormat>On-screen Show (16:9)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What Next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Next ?</dc:title>
  <dc:creator>RK</dc:creator>
  <cp:lastModifiedBy>RK</cp:lastModifiedBy>
  <cp:revision>27</cp:revision>
  <dcterms:created xsi:type="dcterms:W3CDTF">2006-08-16T00:00:00Z</dcterms:created>
  <dcterms:modified xsi:type="dcterms:W3CDTF">2021-05-03T10:49:21Z</dcterms:modified>
</cp:coreProperties>
</file>