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PHP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the Blade @php directive to execute a block of plain PHP within your template.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@php</a:t>
            </a:r>
          </a:p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// PHP Code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25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Raw PHP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113</cp:revision>
  <dcterms:created xsi:type="dcterms:W3CDTF">2020-01-16T07:28:28Z</dcterms:created>
  <dcterms:modified xsi:type="dcterms:W3CDTF">2021-03-25T10:08:47Z</dcterms:modified>
</cp:coreProperties>
</file>