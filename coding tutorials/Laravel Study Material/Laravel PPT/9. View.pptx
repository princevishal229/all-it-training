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9" r:id="rId4"/>
    <p:sldId id="280" r:id="rId5"/>
    <p:sldId id="281" r:id="rId6"/>
    <p:sldId id="282" r:id="rId7"/>
    <p:sldId id="283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11/27/2020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contain the HTML served by your application and separate your application logic from your presentation logic. Views are stored in the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directory.</a:t>
            </a:r>
          </a:p>
          <a:p>
            <a:pPr marL="0" indent="0">
              <a:buNone/>
            </a:pP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View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aboutme.blade.php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&lt;h1&gt;Hello Laravel About me&lt;/h1&gt;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Route for View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function(){return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’)});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route only needs to return a view, you may use the Route::view method.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Route::view(‘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Route::view(‘about’, 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102117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View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resources/views/admin/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profile.blade.php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&lt;h1&gt;Hello Laravel Admin Profile&lt;/h1&gt;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6721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Route for View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function(){return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folder_name.view_name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’)});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admin.profile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your route only needs to return a view, you may use the Route::view method.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Route::view(‘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folder_name.view_name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Route::view(‘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admin.profile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795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Data from Route to View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should be an array with key / value pairs.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your view, you can then access each value using its corresponding key.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Route::get(‘contact',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['name' =&gt; ‘Sonam']);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Route::view(‘contact’, 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['name' =&gt; ‘Sonam’]);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Data from Route to View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may use the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to add individual pieces of data to the view.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Route::get(‘contact',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 </a:t>
            </a:r>
            <a:r>
              <a:rPr lang="en-US" sz="2400" b="1" dirty="0">
                <a:cs typeface="Times New Roman" panose="02020603050405020304" pitchFamily="18" charset="0"/>
              </a:rPr>
              <a:t>-&gt;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with('name', ‘Sonam')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06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1858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Data which is Passed from Route to View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3453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&lt;h1&gt;Hello, {{ $name }}&lt;/h1</a:t>
            </a:r>
          </a:p>
        </p:txBody>
      </p:sp>
    </p:spTree>
    <p:extLst>
      <p:ext uri="{BB962C8B-B14F-4D97-AF65-F5344CB8AC3E}">
        <p14:creationId xmlns:p14="http://schemas.microsoft.com/office/powerpoint/2010/main" val="134899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view Exists or Not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need to determine if a view exists, you may use the View facade. The exists method will return true if the view exists.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Illuminate\Support\Facades\View;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(View::exists(‘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admin.profile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632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482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View</vt:lpstr>
      <vt:lpstr>Create Route for View</vt:lpstr>
      <vt:lpstr>Creating View</vt:lpstr>
      <vt:lpstr>Create Route for View</vt:lpstr>
      <vt:lpstr>Passing Data from Route to View</vt:lpstr>
      <vt:lpstr>Passing Data from Route to View</vt:lpstr>
      <vt:lpstr>Accessing Data which is Passed from Route to View</vt:lpstr>
      <vt:lpstr>A view Exists or Not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67</cp:revision>
  <dcterms:created xsi:type="dcterms:W3CDTF">2020-01-16T07:28:28Z</dcterms:created>
  <dcterms:modified xsi:type="dcterms:W3CDTF">2020-11-27T13:28:03Z</dcterms:modified>
</cp:coreProperties>
</file>