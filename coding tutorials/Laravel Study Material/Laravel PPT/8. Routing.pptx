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77" r:id="rId3"/>
    <p:sldId id="280" r:id="rId4"/>
    <p:sldId id="281" r:id="rId5"/>
    <p:sldId id="282" r:id="rId6"/>
    <p:sldId id="283" r:id="rId7"/>
    <p:sldId id="284" r:id="rId8"/>
    <p:sldId id="285" r:id="rId9"/>
    <p:sldId id="279" r:id="rId10"/>
    <p:sldId id="286" r:id="rId11"/>
    <p:sldId id="278" r:id="rId12"/>
    <p:sldId id="28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1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C3F35-3C31-4FCC-B762-8FA83DB948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C11F85-AF32-484E-B7DE-BAD2167DF4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7C33E-110C-43CE-8805-5FD96AF6E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11/26/2020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E970A-36AA-461D-BFF5-A7073A89A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824AC1-CF3D-4264-B44C-4AC3694EA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153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9D500-4B8D-424C-8E02-B591E74EC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C130C-93BE-4086-A02D-A4D7DF5A4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33FFA-4982-4138-A83F-360E42BC9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11/26/2020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70961-FF6B-4014-ABD0-D52345560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84993-0B9F-4D18-A786-A001E4813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196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9AFEF-9148-490C-A07D-66025A389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F19A05-8FC1-4F08-A6DF-48B5588EC6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6C234-7D79-4017-A28E-009351AFB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11/26/2020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09164-4C4A-4127-B3F2-BB08C8341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D9619-5D24-4157-A6FD-5834D0A22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312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1FB17-9AD1-4F3B-AA4E-56593842D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4D886-9A3F-42F3-AB90-9B4FCED53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D4B41A-A242-49E8-8BC4-FCD743948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2A4D90-D5C8-487E-B4C9-B9DE8D591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11/26/2020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6AE19E-19C8-4D55-9148-C3B99134A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966303-18AD-4792-A099-E495F2C51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587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87564-7E6D-44C1-8EAE-6A4E965C2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E3F7CD-9F80-48DE-AC2D-8C68C18BC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0FAB47-FABF-4808-B75D-EE89F7DDCE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A02129-2ED0-4522-9D50-7E1E317320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1CDBFA-5E0F-4440-971C-EA63B08383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005AA4-F250-48C7-A79B-B9159994B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11/26/2020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2781D2-D5BD-480F-BB83-53C263FB8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C12F3E-3AE8-47A7-BA0C-210DE2BE5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172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9CDEC-80DD-44FD-87ED-767C2FA30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292CCD-4B75-45FB-98A6-735873752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11/26/2020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9243F9-A523-4595-950A-A86EFB8DA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68C2E0-2E4D-4B36-979D-F2375420B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280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E46FD8-EC6C-42A7-98E1-FC56EEE82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11/26/2020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E0800C-B826-41B4-A243-B36296B64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E187CB-862A-46BE-A68E-D4A82FE94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676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8E107-3892-4E64-BDDA-CDF25A25C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A345D-808F-4F5C-A693-EE1BD803D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EB5494-E2C2-4E1A-A55C-B6F965B43E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032549-0479-4245-9491-0EDF264A8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11/26/2020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2DB5CF-F4F7-4439-AE72-E5E794AF6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4244DC-B202-469A-AC18-C6FBC47C0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530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2DE7F-8D96-4394-B3C4-E90625F4D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B5D2BA-AFFA-4D89-A128-DCEE73ADC9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2A3167-3ED5-4E1C-95CA-2C0DA32931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9F1B83-D833-46FB-B8F9-FA04CBF20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11/26/2020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C36967-54F8-4897-9D64-D7332874B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926CB3-4534-4D33-B3B6-4717B20F3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921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0591D-71AB-44B0-A8FF-8DA89DF43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99BF31-FDD0-4B03-9E4C-18FA15FB82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35DB6-B91A-42DA-8722-A16D02B6C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11/26/2020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04C1A-3BFB-4306-8451-0366BAB2F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47995-D404-46E1-B86F-17C3C8B09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496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B0D8ED-73E1-4FE3-BF6D-5D9C5BAF4C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F26129-7B22-402F-AFC8-1067547D08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C7EC3-A12B-4D69-A61D-07E268ECD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11/26/2020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ABADA-90D3-48E7-B44C-D632B1A8F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B1A7B-8555-421A-99B8-5ADAA6942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660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D4AD56-CD23-40BA-A489-EAD1F37F4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3F5D0B-5BF7-4414-99DD-09FA3E5D69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B946D8-FBAF-4329-8716-8812B9BA77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424074-C14C-4063-9727-25396F45EE8B}" type="datetimeFigureOut">
              <a:rPr lang="en-US" smtClean="0"/>
              <a:t>11/26/2020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5A8AF-D0BF-43C3-8DA2-2C1303E88F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3433D-FDF1-4749-8452-EE98C76555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0634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Laravel routes are defined in your route files, which are located in the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directory. These files are automatically loaded by the framework.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routes/</a:t>
            </a:r>
            <a:r>
              <a:rPr 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web.php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 defines routes that are for your web interface.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most applications, you will begin by defining routes in your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routes/</a:t>
            </a:r>
            <a:r>
              <a:rPr 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web.php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Syntax:-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Route::get(‘URI’, Closure/Callback);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Example:-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Route::get(‘about', function () {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'Hello World';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1577048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 Returning String</a:t>
            </a:r>
            <a:endParaRPr lang="en-US" sz="5333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5320937" cy="39384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Syntax:-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Route::get(‘URI’, Closure/Callback);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Example:-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Route::get(‘about', function () {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'Hello World';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1623761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Routes Parameter</a:t>
            </a:r>
            <a:endParaRPr lang="en-US" sz="5333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Sometimes you will need to capture segments of the URI within your route. For example, you may need to capture a user's ID from the URL.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Syntax:-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Route::get(‘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/{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p_para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}', function ($para) {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$para;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});</a:t>
            </a:r>
          </a:p>
          <a:p>
            <a:pPr marL="0" indent="0">
              <a:buNone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Example:-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Route::get(‘user/{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u_id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}', function ($id) {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$id;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});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6889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Routes Multiple Parameter</a:t>
            </a:r>
            <a:endParaRPr lang="en-US" sz="5333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Example:-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Route::get(‘post/{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post_id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}/comment/{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comment_id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}', function ($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post_id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$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comment_id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$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post_id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 $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comment_id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});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 - Route parameters are always encased within {} braces and should consist of alphabetic characters, and may not contain a - character.</a:t>
            </a:r>
          </a:p>
        </p:txBody>
      </p:sp>
    </p:spTree>
    <p:extLst>
      <p:ext uri="{BB962C8B-B14F-4D97-AF65-F5344CB8AC3E}">
        <p14:creationId xmlns:p14="http://schemas.microsoft.com/office/powerpoint/2010/main" val="2467968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Optional Routes Parameter</a:t>
            </a:r>
            <a:endParaRPr lang="en-US" sz="5333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make optional parameter by placing a ? Mark after the parameter name.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Example:-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Route::get(‘student/{name?}', function ($name = null) {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$name;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});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Route::get(‘student/{name?}', function ($name = ‘Sonam') {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$name;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2265398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Autofit/>
          </a:bodyPr>
          <a:lstStyle/>
          <a:p>
            <a:pPr algn="ctr"/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Routes Parameter and Regular Expression</a:t>
            </a:r>
            <a:endParaRPr lang="en-US" sz="4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399"/>
            <a:ext cx="10972800" cy="53056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may constrain the format of your route parameters using the where method on a route instance. The where method accepts the name of the parameter and a regular expression defining how the parameter should be constrained.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Syntax:-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Route::get(‘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/{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p_para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}', function ($para) {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$para;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})</a:t>
            </a:r>
            <a:r>
              <a:rPr lang="en-US" sz="2400" dirty="0">
                <a:cs typeface="Times New Roman" panose="02020603050405020304" pitchFamily="18" charset="0"/>
              </a:rPr>
              <a:t>-&gt;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where(‘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p_para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’, ‘Regular Expression’);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Example:-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Route::get(‘product/{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p_name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}', function ($name) {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$name;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})</a:t>
            </a:r>
            <a:r>
              <a:rPr lang="en-US" sz="2400" dirty="0">
                <a:cs typeface="Times New Roman" panose="02020603050405020304" pitchFamily="18" charset="0"/>
              </a:rPr>
              <a:t>-&gt;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where(‘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p_name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'[A-Za-z]+');</a:t>
            </a:r>
          </a:p>
        </p:txBody>
      </p:sp>
    </p:spTree>
    <p:extLst>
      <p:ext uri="{BB962C8B-B14F-4D97-AF65-F5344CB8AC3E}">
        <p14:creationId xmlns:p14="http://schemas.microsoft.com/office/powerpoint/2010/main" val="3325813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Autofit/>
          </a:bodyPr>
          <a:lstStyle/>
          <a:p>
            <a:pPr algn="ctr"/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Routes Parameter and Regular Expression</a:t>
            </a:r>
            <a:endParaRPr lang="en-US" sz="4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399"/>
            <a:ext cx="10972800" cy="53056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Example:-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Route::get(‘manager/{id}/{name}', function ($id, $name) {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$id . $name;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})-&gt;where(['id' =&gt; '[0-9]+', 'name' =&gt; '[a-z]+']);</a:t>
            </a:r>
          </a:p>
        </p:txBody>
      </p:sp>
    </p:spTree>
    <p:extLst>
      <p:ext uri="{BB962C8B-B14F-4D97-AF65-F5344CB8AC3E}">
        <p14:creationId xmlns:p14="http://schemas.microsoft.com/office/powerpoint/2010/main" val="2837269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Autofit/>
          </a:bodyPr>
          <a:lstStyle/>
          <a:p>
            <a:pPr algn="ctr"/>
            <a:r>
              <a:rPr lang="en-US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Routes Parameter with Regular Expression Helper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399"/>
            <a:ext cx="10972800" cy="53056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Route::get('user/{id}/{name}', function ($id, $name) {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})</a:t>
            </a:r>
            <a:r>
              <a:rPr lang="en-US" sz="2400" dirty="0">
                <a:cs typeface="Times New Roman" panose="02020603050405020304" pitchFamily="18" charset="0"/>
              </a:rPr>
              <a:t>-&gt;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whereNumber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('id')-&gt;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whereAlpha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('name');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Route::get('user/{id}', function ($id) {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})</a:t>
            </a:r>
            <a:r>
              <a:rPr lang="en-US" sz="2400" dirty="0">
                <a:cs typeface="Times New Roman" panose="02020603050405020304" pitchFamily="18" charset="0"/>
              </a:rPr>
              <a:t>-&gt;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whereUuid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('id');</a:t>
            </a:r>
          </a:p>
        </p:txBody>
      </p:sp>
    </p:spTree>
    <p:extLst>
      <p:ext uri="{BB962C8B-B14F-4D97-AF65-F5344CB8AC3E}">
        <p14:creationId xmlns:p14="http://schemas.microsoft.com/office/powerpoint/2010/main" val="1436211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Redirect Routes</a:t>
            </a:r>
            <a:endParaRPr lang="en-US" sz="5333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are defining a route that redirects to another URI, you may use the Route::redirect method.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default, Route::redirect returns a 302 status code.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Syntax:- Route::redirect('/here', '/there’);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Example:- Route::redirect(‘/login-success', ‘/dashboard’);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Syntax:- Route::redirect('/here', '/there', 301);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Syntax:- Route::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permanentRedirect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('/here', '/there');</a:t>
            </a:r>
          </a:p>
        </p:txBody>
      </p:sp>
    </p:spTree>
    <p:extLst>
      <p:ext uri="{BB962C8B-B14F-4D97-AF65-F5344CB8AC3E}">
        <p14:creationId xmlns:p14="http://schemas.microsoft.com/office/powerpoint/2010/main" val="1130073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Fallback Routes</a:t>
            </a:r>
            <a:endParaRPr lang="en-US" sz="5333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399"/>
            <a:ext cx="10972800" cy="53056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the Route::fallback method, you may define a route that will be executed when no other route matches the incoming request.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fallback route should always be the last route registered by your application.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Example:-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Route::fallback(function () {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730379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 Methods</a:t>
            </a:r>
            <a:endParaRPr lang="en-US" sz="5333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Route::get(‘URI’, Callback);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Route::post(‘URI’, Callback);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Route::put(‘URI’, Callback);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Route::patch(‘URI’, Callback);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Route::delete(‘URI’, Callback);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Route::options(‘URI’, Callback);</a:t>
            </a:r>
          </a:p>
        </p:txBody>
      </p:sp>
    </p:spTree>
    <p:extLst>
      <p:ext uri="{BB962C8B-B14F-4D97-AF65-F5344CB8AC3E}">
        <p14:creationId xmlns:p14="http://schemas.microsoft.com/office/powerpoint/2010/main" val="2218758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Multiple Methods</a:t>
            </a:r>
            <a:endParaRPr lang="en-US" sz="5333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Route::match(['get', 'post'], '/', function () {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});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Route::any('/', function () {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2166471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758</Words>
  <Application>Microsoft Office PowerPoint</Application>
  <PresentationFormat>Widescreen</PresentationFormat>
  <Paragraphs>97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Office Theme</vt:lpstr>
      <vt:lpstr>Routing</vt:lpstr>
      <vt:lpstr>Route Returning String</vt:lpstr>
      <vt:lpstr>Routes Parameter</vt:lpstr>
      <vt:lpstr>Routes Multiple Parameter</vt:lpstr>
      <vt:lpstr>Optional Routes Parameter</vt:lpstr>
      <vt:lpstr>Routes Parameter and Regular Expression</vt:lpstr>
      <vt:lpstr>Routes Parameter and Regular Expression</vt:lpstr>
      <vt:lpstr>Routes Parameter with Regular Expression Helper Method</vt:lpstr>
      <vt:lpstr>Redirect Routes</vt:lpstr>
      <vt:lpstr>Fallback Routes</vt:lpstr>
      <vt:lpstr>Route Methods</vt:lpstr>
      <vt:lpstr>Using Multiple Methods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Install Laravel</dc:title>
  <dc:creator>RK</dc:creator>
  <cp:lastModifiedBy>RK</cp:lastModifiedBy>
  <cp:revision>74</cp:revision>
  <dcterms:created xsi:type="dcterms:W3CDTF">2020-01-16T07:28:28Z</dcterms:created>
  <dcterms:modified xsi:type="dcterms:W3CDTF">2020-11-26T15:43:21Z</dcterms:modified>
</cp:coreProperties>
</file>