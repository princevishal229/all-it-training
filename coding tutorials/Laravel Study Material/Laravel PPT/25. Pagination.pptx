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80" r:id="rId4"/>
    <p:sldId id="279" r:id="rId5"/>
    <p:sldId id="278" r:id="rId6"/>
    <p:sldId id="281" r:id="rId7"/>
    <p:sldId id="284" r:id="rId8"/>
    <p:sldId id="28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4/5/2021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Laravel's paginator is integrated with the query builder and Eloquent ORM and provides convenient, easy-to-use pagination of database records with zero configuration.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ways to paginate items. The simplest is by using the paginate method on the query builder or an Eloquent query.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paginate(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paginate method automatically takes care of setting the query's "limit" and "offset" based on the current page being viewed by the user.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the current page is detected by the value of the page query string argument on the HTTP request.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value is automatically detected by Laravel, and is also automatically inserted into links generated by the paginator.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 = DB::table(‘students’)-&gt;paginate(5);</a:t>
            </a:r>
          </a:p>
        </p:txBody>
      </p:sp>
    </p:spTree>
    <p:extLst>
      <p:ext uri="{BB962C8B-B14F-4D97-AF65-F5344CB8AC3E}">
        <p14:creationId xmlns:p14="http://schemas.microsoft.com/office/powerpoint/2010/main" val="66767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Pagination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@foreach ($students as $</a:t>
            </a:r>
            <a:r>
              <a:rPr lang="en-US" sz="2400" dirty="0" err="1">
                <a:cs typeface="Times New Roman" panose="02020603050405020304" pitchFamily="18" charset="0"/>
              </a:rPr>
              <a:t>stu</a:t>
            </a:r>
            <a:r>
              <a:rPr lang="en-US" sz="2400" dirty="0"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       {{ $</a:t>
            </a:r>
            <a:r>
              <a:rPr lang="en-US" sz="2400" dirty="0" err="1">
                <a:cs typeface="Times New Roman" panose="02020603050405020304" pitchFamily="18" charset="0"/>
              </a:rPr>
              <a:t>stu</a:t>
            </a:r>
            <a:r>
              <a:rPr lang="en-US" sz="2400" dirty="0">
                <a:cs typeface="Times New Roman" panose="02020603050405020304" pitchFamily="18" charset="0"/>
              </a:rPr>
              <a:t>-&gt;name }}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 @</a:t>
            </a:r>
            <a:r>
              <a:rPr lang="en-US" sz="2400" dirty="0" err="1">
                <a:cs typeface="Times New Roman" panose="02020603050405020304" pitchFamily="18" charset="0"/>
              </a:rPr>
              <a:t>endforeach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{{ $students-&gt;links() }}</a:t>
            </a:r>
          </a:p>
          <a:p>
            <a:pPr marL="0" indent="0">
              <a:buNone/>
            </a:pPr>
            <a:endParaRPr lang="en-US" sz="2400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The links method will render the links to the rest of the pages in the result set. Each of these links will already contain the proper page query string variable. </a:t>
            </a:r>
          </a:p>
        </p:txBody>
      </p:sp>
    </p:spTree>
    <p:extLst>
      <p:ext uri="{BB962C8B-B14F-4D97-AF65-F5344CB8AC3E}">
        <p14:creationId xmlns:p14="http://schemas.microsoft.com/office/powerpoint/2010/main" val="5139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Pagination URLs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links generated by the paginator will match the current request's URI.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paginator's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withPath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allows you to customize the URI used by the paginator when generating links.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$students-&gt;</a:t>
            </a:r>
            <a:r>
              <a:rPr lang="en-US" sz="2400" dirty="0" err="1">
                <a:cs typeface="Times New Roman" panose="02020603050405020304" pitchFamily="18" charset="0"/>
              </a:rPr>
              <a:t>withPath</a:t>
            </a:r>
            <a:r>
              <a:rPr lang="en-US" sz="2400" dirty="0">
                <a:cs typeface="Times New Roman" panose="02020603050405020304" pitchFamily="18" charset="0"/>
              </a:rPr>
              <a:t>(‘/cs/students');</a:t>
            </a:r>
          </a:p>
        </p:txBody>
      </p:sp>
    </p:spTree>
    <p:extLst>
      <p:ext uri="{BB962C8B-B14F-4D97-AF65-F5344CB8AC3E}">
        <p14:creationId xmlns:p14="http://schemas.microsoft.com/office/powerpoint/2010/main" val="1204802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simplePagination</a:t>
            </a:r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only need to display simple "Next" and "Previous" links in your application's UI, you may use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simplePaginate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to perform a single, efficient query.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</a:t>
            </a:r>
          </a:p>
          <a:p>
            <a:pPr marL="0" indent="0">
              <a:buNone/>
            </a:pPr>
            <a:r>
              <a:rPr lang="en-US" sz="2400" dirty="0">
                <a:cs typeface="Times New Roman" panose="02020603050405020304" pitchFamily="18" charset="0"/>
              </a:rPr>
              <a:t>$students = DB::table(‘students')-&gt;</a:t>
            </a:r>
            <a:r>
              <a:rPr lang="en-US" sz="2400" dirty="0" err="1">
                <a:cs typeface="Times New Roman" panose="02020603050405020304" pitchFamily="18" charset="0"/>
              </a:rPr>
              <a:t>simplePaginate</a:t>
            </a:r>
            <a:r>
              <a:rPr lang="en-US" sz="2400" dirty="0">
                <a:cs typeface="Times New Roman" panose="02020603050405020304" pitchFamily="18" charset="0"/>
              </a:rPr>
              <a:t>(5);</a:t>
            </a:r>
          </a:p>
        </p:txBody>
      </p:sp>
    </p:spTree>
    <p:extLst>
      <p:ext uri="{BB962C8B-B14F-4D97-AF65-F5344CB8AC3E}">
        <p14:creationId xmlns:p14="http://schemas.microsoft.com/office/powerpoint/2010/main" val="1606329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Bootstrap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Bootstrap in blade file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App\Providers\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AppServiceProvider.php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write below code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Illuminate\Pagination\Paginator;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function boot()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Paginator::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useBootstrap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96875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8787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Customizing The Pagination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78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easiest way to customize the pagination views is by exporting them to your resources/views/vendor directory using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vendor:publish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vendor:publish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--tag=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-pagination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command will place the views in your application's resources/views/vendor/pagination directory. </a:t>
            </a:r>
          </a:p>
        </p:txBody>
      </p:sp>
    </p:spTree>
    <p:extLst>
      <p:ext uri="{BB962C8B-B14F-4D97-AF65-F5344CB8AC3E}">
        <p14:creationId xmlns:p14="http://schemas.microsoft.com/office/powerpoint/2010/main" val="2099764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1756342-F292-4F57-8774-6D1102BC0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376300"/>
              </p:ext>
            </p:extLst>
          </p:nvPr>
        </p:nvGraphicFramePr>
        <p:xfrm>
          <a:off x="806264" y="1176804"/>
          <a:ext cx="10776136" cy="5113158"/>
        </p:xfrm>
        <a:graphic>
          <a:graphicData uri="http://schemas.openxmlformats.org/drawingml/2006/table">
            <a:tbl>
              <a:tblPr/>
              <a:tblGrid>
                <a:gridCol w="4600740">
                  <a:extLst>
                    <a:ext uri="{9D8B030D-6E8A-4147-A177-3AD203B41FA5}">
                      <a16:colId xmlns:a16="http://schemas.microsoft.com/office/drawing/2014/main" val="1804621152"/>
                    </a:ext>
                  </a:extLst>
                </a:gridCol>
                <a:gridCol w="6175396">
                  <a:extLst>
                    <a:ext uri="{9D8B030D-6E8A-4147-A177-3AD203B41FA5}">
                      <a16:colId xmlns:a16="http://schemas.microsoft.com/office/drawing/2014/main" val="3583539593"/>
                    </a:ext>
                  </a:extLst>
                </a:gridCol>
              </a:tblGrid>
              <a:tr h="42949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953773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$paginator-&gt;count()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number of items for the current page.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105526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$paginator-&gt;currentPage()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current page number.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79692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firstItem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result number of the first item in the results.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995255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$paginator-&gt;getOptions()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paginator options.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04519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$paginator-&gt;getUrlRange($start, $end)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range of pagination URLs.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412465"/>
                  </a:ext>
                </a:extLst>
              </a:tr>
              <a:tr h="755604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hasPages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there are enough items to split into multiple pages.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1311792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hasMorePages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there are more items in the data store.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223926"/>
                  </a:ext>
                </a:extLst>
              </a:tr>
              <a:tr h="42949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$paginator-&gt;items()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items for the current page.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168773"/>
                  </a:ext>
                </a:extLst>
              </a:tr>
              <a:tr h="5935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lastItem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result number of the last item in the results.</a:t>
                      </a:r>
                    </a:p>
                  </a:txBody>
                  <a:tcPr marL="39558" marR="39558" marT="39558" marB="39558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249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330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0077F4-4BE9-4FF7-9C85-F4DD891FF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707920"/>
              </p:ext>
            </p:extLst>
          </p:nvPr>
        </p:nvGraphicFramePr>
        <p:xfrm>
          <a:off x="609597" y="1176806"/>
          <a:ext cx="10972800" cy="4909958"/>
        </p:xfrm>
        <a:graphic>
          <a:graphicData uri="http://schemas.openxmlformats.org/drawingml/2006/table">
            <a:tbl>
              <a:tblPr/>
              <a:tblGrid>
                <a:gridCol w="4267203">
                  <a:extLst>
                    <a:ext uri="{9D8B030D-6E8A-4147-A177-3AD203B41FA5}">
                      <a16:colId xmlns:a16="http://schemas.microsoft.com/office/drawing/2014/main" val="1337167298"/>
                    </a:ext>
                  </a:extLst>
                </a:gridCol>
                <a:gridCol w="6705597">
                  <a:extLst>
                    <a:ext uri="{9D8B030D-6E8A-4147-A177-3AD203B41FA5}">
                      <a16:colId xmlns:a16="http://schemas.microsoft.com/office/drawing/2014/main" val="3756963610"/>
                    </a:ext>
                  </a:extLst>
                </a:gridCol>
              </a:tblGrid>
              <a:tr h="46923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823349"/>
                  </a:ext>
                </a:extLst>
              </a:tr>
              <a:tr h="74369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lastPage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page number of the last available page. (Not available when using simplePaginate).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3095209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$paginator-&gt;nextPageUrl()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the next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7846608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$paginator-&gt;onFirstPage()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if the paginator is on the first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6890669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$paginator-&gt;perPage()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number of items to be shown per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4564038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$paginator-&gt;previousPageUrl()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the previous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70243"/>
                  </a:ext>
                </a:extLst>
              </a:tr>
              <a:tr h="743692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$paginator-&gt;total()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total number of matching items in the data store. (Not available when using 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simplePaginate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920796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$paginator-&gt;url($page)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URL for a given page number.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4887581"/>
                  </a:ext>
                </a:extLst>
              </a:tr>
              <a:tr h="469233"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$paginator-&gt;getPageName()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the query string variable used to store the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749590"/>
                  </a:ext>
                </a:extLst>
              </a:tr>
              <a:tr h="414018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$paginator-&gt;</a:t>
                      </a:r>
                      <a:r>
                        <a:rPr lang="en-US" sz="2000" dirty="0" err="1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setPageName</a:t>
                      </a:r>
                      <a:r>
                        <a:rPr lang="en-US" sz="2000" dirty="0"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($name)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the query string variable used to store the page.</a:t>
                      </a:r>
                    </a:p>
                  </a:txBody>
                  <a:tcPr marL="38990" marR="38990" marT="38990" marB="38990" anchor="ctr">
                    <a:lnL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6240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2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686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Pagination</vt:lpstr>
      <vt:lpstr>paginate( ) Method</vt:lpstr>
      <vt:lpstr>Displaying Pagination Results</vt:lpstr>
      <vt:lpstr>Customizing Pagination URLs</vt:lpstr>
      <vt:lpstr>simplePagination( ) Method</vt:lpstr>
      <vt:lpstr>Using Bootstrap</vt:lpstr>
      <vt:lpstr>Customizing The Pagination View</vt:lpstr>
      <vt:lpstr>Methods</vt:lpstr>
      <vt:lpstr>Methods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94</cp:revision>
  <dcterms:created xsi:type="dcterms:W3CDTF">2020-01-16T07:28:28Z</dcterms:created>
  <dcterms:modified xsi:type="dcterms:W3CDTF">2021-04-05T05:26:49Z</dcterms:modified>
</cp:coreProperties>
</file>