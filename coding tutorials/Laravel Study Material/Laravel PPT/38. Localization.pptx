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8" r:id="rId3"/>
    <p:sldId id="27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Laravel's localization features provide a convenient way to retrieve strings in various languages, allowing you to easily support multiple languages within your application.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provides two ways to manage translation strings:-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strings may be stored in files within the resources/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directory. Within this directory, there may be subdirectories for each language supported by the application.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strings may be defined within JSON files that are placed within the resources/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directory. When taking this approach, each language supported by your application would have a corresponding JSON file within this directory. </a:t>
            </a:r>
          </a:p>
        </p:txBody>
      </p:sp>
    </p:spTree>
    <p:extLst>
      <p:ext uri="{BB962C8B-B14F-4D97-AF65-F5344CB8AC3E}">
        <p14:creationId xmlns:p14="http://schemas.microsoft.com/office/powerpoint/2010/main" val="319138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default language for your application is stored in the config/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app.php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configuration file's locale configuration option. You are free to modify this value to suit the needs of your application.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may modify the default language for a single HTTP request at runtime using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setLocale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provided by the App façade.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Illuminate\Support\Facades\App;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App::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setLocale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($locale);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may use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currentLocale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isLocale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methods on the App facade to determine the current locale or check if the locale is a given value.</a:t>
            </a:r>
          </a:p>
        </p:txBody>
      </p:sp>
    </p:spTree>
    <p:extLst>
      <p:ext uri="{BB962C8B-B14F-4D97-AF65-F5344CB8AC3E}">
        <p14:creationId xmlns:p14="http://schemas.microsoft.com/office/powerpoint/2010/main" val="273220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may use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currentLocale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isLocale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methods on the App facade to determine the current locale or check if the locale is a given value.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Illuminate\Support\Facades\App;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$locale = App::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currentLocale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(App::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isLocale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7811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262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Localization</vt:lpstr>
      <vt:lpstr>Localization</vt:lpstr>
      <vt:lpstr>Localization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151</cp:revision>
  <dcterms:created xsi:type="dcterms:W3CDTF">2020-01-16T07:28:28Z</dcterms:created>
  <dcterms:modified xsi:type="dcterms:W3CDTF">2021-05-02T09:54:19Z</dcterms:modified>
</cp:coreProperties>
</file>