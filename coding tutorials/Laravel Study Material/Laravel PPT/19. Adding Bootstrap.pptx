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80" r:id="rId4"/>
    <p:sldId id="27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CDN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Public Folder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Resource Folder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marL="627063"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Resources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Node - https://nodejs.org/en/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Laravel Mix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required dependency is already mention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so just run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Laravel mix will automatically get installed.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Bootstrap and Popper JS</a:t>
            </a:r>
          </a:p>
          <a:p>
            <a:pPr marL="285750" indent="0">
              <a:buNone/>
            </a:pPr>
            <a:r>
              <a:rPr lang="en-US" sz="2400" b="1" dirty="0" err="1"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cs typeface="Times New Roman" panose="02020603050405020304" pitchFamily="18" charset="0"/>
              </a:rPr>
              <a:t> install --save-dev </a:t>
            </a:r>
            <a:r>
              <a:rPr lang="en-US" sz="2400" b="1" dirty="0" err="1">
                <a:cs typeface="Times New Roman" panose="02020603050405020304" pitchFamily="18" charset="0"/>
              </a:rPr>
              <a:t>bootstrap@next</a:t>
            </a:r>
            <a:endParaRPr lang="en-US" sz="2400" b="1" dirty="0">
              <a:cs typeface="Times New Roman" panose="02020603050405020304" pitchFamily="18" charset="0"/>
            </a:endParaRPr>
          </a:p>
          <a:p>
            <a:pPr marL="285750" indent="0">
              <a:buNone/>
            </a:pPr>
            <a:r>
              <a:rPr lang="en-US" sz="2400" b="1" dirty="0" err="1"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cs typeface="Times New Roman" panose="02020603050405020304" pitchFamily="18" charset="0"/>
              </a:rPr>
              <a:t> install --save-dev @popper/core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Folder named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resources folder then create a file named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app.scss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resources/sass/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app.scss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app.scss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then write</a:t>
            </a:r>
          </a:p>
          <a:p>
            <a:pPr marL="230188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@import '~bootstrap/</a:t>
            </a:r>
            <a:r>
              <a:rPr lang="en-US" sz="2400" b="1" dirty="0" err="1">
                <a:cs typeface="Times New Roman" panose="02020603050405020304" pitchFamily="18" charset="0"/>
              </a:rPr>
              <a:t>scss</a:t>
            </a:r>
            <a:r>
              <a:rPr lang="en-US" sz="2400" b="1" dirty="0">
                <a:cs typeface="Times New Roman" panose="02020603050405020304" pitchFamily="18" charset="0"/>
              </a:rPr>
              <a:t>/bootstrap';</a:t>
            </a:r>
          </a:p>
        </p:txBody>
      </p:sp>
    </p:spTree>
    <p:extLst>
      <p:ext uri="{BB962C8B-B14F-4D97-AF65-F5344CB8AC3E}">
        <p14:creationId xmlns:p14="http://schemas.microsoft.com/office/powerpoint/2010/main" val="65783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marL="627063"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Resources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resources/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/bootstrap.js file then write</a:t>
            </a:r>
          </a:p>
          <a:p>
            <a:pPr marL="28575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import (‘bootstrap’);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webpack.mix.js file and mentioned created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files, later it will be processed.</a:t>
            </a:r>
          </a:p>
          <a:p>
            <a:pPr marL="287338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287338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mix.js('resources/</a:t>
            </a:r>
            <a:r>
              <a:rPr lang="en-US" sz="2400" dirty="0" err="1">
                <a:cs typeface="Times New Roman" panose="02020603050405020304" pitchFamily="18" charset="0"/>
              </a:rPr>
              <a:t>js</a:t>
            </a:r>
            <a:r>
              <a:rPr lang="en-US" sz="2400" dirty="0">
                <a:cs typeface="Times New Roman" panose="02020603050405020304" pitchFamily="18" charset="0"/>
              </a:rPr>
              <a:t>/app.js', 'public/</a:t>
            </a:r>
            <a:r>
              <a:rPr lang="en-US" sz="2400" dirty="0" err="1">
                <a:cs typeface="Times New Roman" panose="02020603050405020304" pitchFamily="18" charset="0"/>
              </a:rPr>
              <a:t>js’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  <a:p>
            <a:pPr marL="287338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	.</a:t>
            </a:r>
            <a:r>
              <a:rPr lang="en-US" sz="2400" dirty="0" err="1">
                <a:cs typeface="Times New Roman" panose="02020603050405020304" pitchFamily="18" charset="0"/>
              </a:rPr>
              <a:t>scss</a:t>
            </a:r>
            <a:r>
              <a:rPr lang="en-US" sz="2400" dirty="0">
                <a:cs typeface="Times New Roman" panose="02020603050405020304" pitchFamily="18" charset="0"/>
              </a:rPr>
              <a:t>('resources/</a:t>
            </a:r>
            <a:r>
              <a:rPr lang="en-US" sz="2400" dirty="0" err="1">
                <a:cs typeface="Times New Roman" panose="02020603050405020304" pitchFamily="18" charset="0"/>
              </a:rPr>
              <a:t>scss</a:t>
            </a:r>
            <a:r>
              <a:rPr lang="en-US" sz="2400" dirty="0"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cs typeface="Times New Roman" panose="02020603050405020304" pitchFamily="18" charset="0"/>
              </a:rPr>
              <a:t>app.scss</a:t>
            </a:r>
            <a:r>
              <a:rPr lang="en-US" sz="2400" dirty="0">
                <a:cs typeface="Times New Roman" panose="02020603050405020304" pitchFamily="18" charset="0"/>
              </a:rPr>
              <a:t>', ‘public/</a:t>
            </a:r>
            <a:r>
              <a:rPr lang="en-US" sz="2400" dirty="0" err="1">
                <a:cs typeface="Times New Roman" panose="02020603050405020304" pitchFamily="18" charset="0"/>
              </a:rPr>
              <a:t>css</a:t>
            </a:r>
            <a:r>
              <a:rPr lang="en-US" sz="2400" dirty="0">
                <a:cs typeface="Times New Roman" panose="02020603050405020304" pitchFamily="18" charset="0"/>
              </a:rPr>
              <a:t>’)</a:t>
            </a:r>
          </a:p>
          <a:p>
            <a:pPr marL="287338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	.</a:t>
            </a:r>
            <a:r>
              <a:rPr lang="en-US" sz="2400" dirty="0" err="1">
                <a:cs typeface="Times New Roman" panose="02020603050405020304" pitchFamily="18" charset="0"/>
              </a:rPr>
              <a:t>postCss</a:t>
            </a:r>
            <a:r>
              <a:rPr lang="en-US" sz="2400" dirty="0">
                <a:cs typeface="Times New Roman" panose="02020603050405020304" pitchFamily="18" charset="0"/>
              </a:rPr>
              <a:t>('resources/</a:t>
            </a:r>
            <a:r>
              <a:rPr lang="en-US" sz="2400" dirty="0" err="1">
                <a:cs typeface="Times New Roman" panose="02020603050405020304" pitchFamily="18" charset="0"/>
              </a:rPr>
              <a:t>css</a:t>
            </a:r>
            <a:r>
              <a:rPr lang="en-US" sz="2400" dirty="0">
                <a:cs typeface="Times New Roman" panose="02020603050405020304" pitchFamily="18" charset="0"/>
              </a:rPr>
              <a:t>/style.css', ‘public/</a:t>
            </a:r>
            <a:r>
              <a:rPr lang="en-US" sz="2400" dirty="0" err="1">
                <a:cs typeface="Times New Roman" panose="02020603050405020304" pitchFamily="18" charset="0"/>
              </a:rPr>
              <a:t>css</a:t>
            </a:r>
            <a:r>
              <a:rPr lang="en-US" sz="2400" dirty="0">
                <a:cs typeface="Times New Roman" panose="02020603050405020304" pitchFamily="18" charset="0"/>
              </a:rPr>
              <a:t>’)</a:t>
            </a:r>
          </a:p>
          <a:p>
            <a:pPr marL="287338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	.</a:t>
            </a:r>
            <a:r>
              <a:rPr lang="en-US" sz="2400" dirty="0" err="1">
                <a:cs typeface="Times New Roman" panose="02020603050405020304" pitchFamily="18" charset="0"/>
              </a:rPr>
              <a:t>js</a:t>
            </a:r>
            <a:r>
              <a:rPr lang="en-US" sz="2400" dirty="0">
                <a:cs typeface="Times New Roman" panose="02020603050405020304" pitchFamily="18" charset="0"/>
              </a:rPr>
              <a:t>('resources/</a:t>
            </a:r>
            <a:r>
              <a:rPr lang="en-US" sz="2400" dirty="0" err="1">
                <a:cs typeface="Times New Roman" panose="02020603050405020304" pitchFamily="18" charset="0"/>
              </a:rPr>
              <a:t>js</a:t>
            </a:r>
            <a:r>
              <a:rPr lang="en-US" sz="2400" dirty="0">
                <a:cs typeface="Times New Roman" panose="02020603050405020304" pitchFamily="18" charset="0"/>
              </a:rPr>
              <a:t>/myscript.js', 'public/</a:t>
            </a:r>
            <a:r>
              <a:rPr lang="en-US" sz="2400" dirty="0" err="1">
                <a:cs typeface="Times New Roman" panose="02020603050405020304" pitchFamily="18" charset="0"/>
              </a:rPr>
              <a:t>js’</a:t>
            </a:r>
            <a:r>
              <a:rPr lang="en-US" sz="2400" dirty="0">
                <a:cs typeface="Times New Roman" panose="02020603050405020304" pitchFamily="18" charset="0"/>
              </a:rPr>
              <a:t>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4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marL="627063"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Resources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run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dev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command will run all mix tasks and all of your application's CSS and JavaScript assets will be compiled and placed in your application's public directory (Non-minified code).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run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prod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command will run all mix tasks and all of your application's CSS and JavaScript assets will be compiled and placed in your application's public directory (Minified code).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run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watch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which  will continue running in your terminal and watch all relevant CSS and JavaScript files for changes. Webpack will automatically recompile your assets when it detects a change to one of these files.</a:t>
            </a:r>
          </a:p>
        </p:txBody>
      </p:sp>
    </p:spTree>
    <p:extLst>
      <p:ext uri="{BB962C8B-B14F-4D97-AF65-F5344CB8AC3E}">
        <p14:creationId xmlns:p14="http://schemas.microsoft.com/office/powerpoint/2010/main" val="4758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284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Adding Bootstrap</vt:lpstr>
      <vt:lpstr>Inside Resources Folder</vt:lpstr>
      <vt:lpstr>Inside Resources Folder</vt:lpstr>
      <vt:lpstr>Inside Resources Folder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236</cp:revision>
  <dcterms:created xsi:type="dcterms:W3CDTF">2020-01-16T07:28:28Z</dcterms:created>
  <dcterms:modified xsi:type="dcterms:W3CDTF">2021-03-28T09:18:39Z</dcterms:modified>
</cp:coreProperties>
</file>