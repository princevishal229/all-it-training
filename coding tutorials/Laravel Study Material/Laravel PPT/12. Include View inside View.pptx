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80" r:id="rId5"/>
    <p:sldId id="281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Blade's @include directive allows you to include a Blade view from within another view. All variables that are available to the parent view will be made available to the included view.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@include(‘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@include('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array)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includeIf</a:t>
            </a:r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include a view that may or may not be present, you should use the @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includeIf</a:t>
            </a:r>
            <a:r>
              <a:rPr lang="en-US" dirty="0">
                <a:cs typeface="Times New Roman" panose="02020603050405020304" pitchFamily="18" charset="0"/>
              </a:rPr>
              <a:t>(‘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includeIf</a:t>
            </a:r>
            <a:r>
              <a:rPr lang="en-US" dirty="0">
                <a:cs typeface="Times New Roman" panose="02020603050405020304" pitchFamily="18" charset="0"/>
              </a:rPr>
              <a:t>('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02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includeWhen</a:t>
            </a:r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4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includeUnless</a:t>
            </a:r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@include a view if a given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 evaluates to true or false, you may use the @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includeWhen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@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includeUnless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includeWhen</a:t>
            </a:r>
            <a:r>
              <a:rPr lang="en-US" dirty="0">
                <a:cs typeface="Times New Roman" panose="02020603050405020304" pitchFamily="18" charset="0"/>
              </a:rPr>
              <a:t>($</a:t>
            </a:r>
            <a:r>
              <a:rPr lang="en-US" dirty="0" err="1">
                <a:cs typeface="Times New Roman" panose="02020603050405020304" pitchFamily="18" charset="0"/>
              </a:rPr>
              <a:t>boolean</a:t>
            </a:r>
            <a:r>
              <a:rPr lang="en-US" dirty="0">
                <a:cs typeface="Times New Roman" panose="02020603050405020304" pitchFamily="18" charset="0"/>
              </a:rPr>
              <a:t>, 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includeWhen</a:t>
            </a:r>
            <a:r>
              <a:rPr lang="en-US" dirty="0">
                <a:cs typeface="Times New Roman" panose="02020603050405020304" pitchFamily="18" charset="0"/>
              </a:rPr>
              <a:t>($</a:t>
            </a:r>
            <a:r>
              <a:rPr lang="en-US" dirty="0" err="1">
                <a:cs typeface="Times New Roman" panose="02020603050405020304" pitchFamily="18" charset="0"/>
              </a:rPr>
              <a:t>boolean</a:t>
            </a:r>
            <a:r>
              <a:rPr lang="en-US" dirty="0">
                <a:cs typeface="Times New Roman" panose="02020603050405020304" pitchFamily="18" charset="0"/>
              </a:rPr>
              <a:t>, 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array)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includeUnless</a:t>
            </a:r>
            <a:r>
              <a:rPr lang="en-US" dirty="0">
                <a:cs typeface="Times New Roman" panose="02020603050405020304" pitchFamily="18" charset="0"/>
              </a:rPr>
              <a:t>($</a:t>
            </a:r>
            <a:r>
              <a:rPr lang="en-US" dirty="0" err="1">
                <a:cs typeface="Times New Roman" panose="02020603050405020304" pitchFamily="18" charset="0"/>
              </a:rPr>
              <a:t>boolean</a:t>
            </a:r>
            <a:r>
              <a:rPr lang="en-US" dirty="0">
                <a:cs typeface="Times New Roman" panose="02020603050405020304" pitchFamily="18" charset="0"/>
              </a:rPr>
              <a:t>, 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includeUnless</a:t>
            </a:r>
            <a:r>
              <a:rPr lang="en-US" dirty="0">
                <a:cs typeface="Times New Roman" panose="02020603050405020304" pitchFamily="18" charset="0"/>
              </a:rPr>
              <a:t>($</a:t>
            </a:r>
            <a:r>
              <a:rPr lang="en-US" dirty="0" err="1">
                <a:cs typeface="Times New Roman" panose="02020603050405020304" pitchFamily="18" charset="0"/>
              </a:rPr>
              <a:t>boolean</a:t>
            </a:r>
            <a:r>
              <a:rPr lang="en-US" dirty="0">
                <a:cs typeface="Times New Roman" panose="02020603050405020304" pitchFamily="18" charset="0"/>
              </a:rPr>
              <a:t>, 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array)</a:t>
            </a:r>
          </a:p>
        </p:txBody>
      </p:sp>
    </p:spTree>
    <p:extLst>
      <p:ext uri="{BB962C8B-B14F-4D97-AF65-F5344CB8AC3E}">
        <p14:creationId xmlns:p14="http://schemas.microsoft.com/office/powerpoint/2010/main" val="429015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combine loops and includes into one line with Blade's @each directive.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@each('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array, item)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also pass a fourth argument to the @each directive. This argument determines the view that will be rendered if the given array is empty.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@each('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’, array, item, 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@once directive allows you to define a portion of the template that will only be evaluated once per rendering cycle.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……………..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endonce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13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includeFirst</a:t>
            </a:r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include the first view that exists from a given array of views, you may use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includeFirst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includeFirst</a:t>
            </a:r>
            <a:r>
              <a:rPr lang="en-US" dirty="0">
                <a:cs typeface="Times New Roman" panose="02020603050405020304" pitchFamily="18" charset="0"/>
              </a:rPr>
              <a:t>([‘array’, 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’])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@</a:t>
            </a:r>
            <a:r>
              <a:rPr lang="en-US" dirty="0" err="1">
                <a:cs typeface="Times New Roman" panose="02020603050405020304" pitchFamily="18" charset="0"/>
              </a:rPr>
              <a:t>includeFirst</a:t>
            </a:r>
            <a:r>
              <a:rPr lang="en-US" dirty="0">
                <a:cs typeface="Times New Roman" panose="02020603050405020304" pitchFamily="18" charset="0"/>
              </a:rPr>
              <a:t>([‘array’, ‘</a:t>
            </a:r>
            <a:r>
              <a:rPr lang="en-US" dirty="0" err="1">
                <a:cs typeface="Times New Roman" panose="02020603050405020304" pitchFamily="18" charset="0"/>
              </a:rPr>
              <a:t>view_name</a:t>
            </a:r>
            <a:r>
              <a:rPr lang="en-US" dirty="0">
                <a:cs typeface="Times New Roman" panose="02020603050405020304" pitchFamily="18" charset="0"/>
              </a:rPr>
              <a:t>’], array)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1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330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include Directive</vt:lpstr>
      <vt:lpstr>includeIf Directive</vt:lpstr>
      <vt:lpstr>includeWhen &amp; includeUnless Directive</vt:lpstr>
      <vt:lpstr>each Directive</vt:lpstr>
      <vt:lpstr>once Directive</vt:lpstr>
      <vt:lpstr>includeFirst Directive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124</cp:revision>
  <dcterms:created xsi:type="dcterms:W3CDTF">2020-01-16T07:28:28Z</dcterms:created>
  <dcterms:modified xsi:type="dcterms:W3CDTF">2021-03-25T14:17:05Z</dcterms:modified>
</cp:coreProperties>
</file>