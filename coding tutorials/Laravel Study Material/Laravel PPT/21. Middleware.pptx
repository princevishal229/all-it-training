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Middleware provide a convenient mechanism for inspecting and filtering HTTP requests entering your application.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of these middleware are located in 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app/Http/Middleware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directory.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Middleware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artisan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make:middleware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MiddlewareName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artisan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vendor:publish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--tag=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-errors</a:t>
            </a: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Registering 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Middleware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Assigning Middleware to Routes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Middleware Groups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14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12562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want a middleware to run during every HTTP request to your application, list the middleware class in the $middleware property of your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app/Http/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Kernel.php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9B542D-5FEF-441A-82B8-038D95C59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417" y="2067020"/>
            <a:ext cx="8278594" cy="413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42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Assigning Middleware to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12562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would like to assign middleware to specific routes, You have to add your own middleware to list and assign it a key of your choosing in the $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routeMiddleware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property of your application's app/Http/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Kernel.php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9B542D-5FEF-441A-82B8-038D95C59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318" y="2415363"/>
            <a:ext cx="7418541" cy="413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52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Assigning Middleware to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5131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middleware has been defined in the HTTP kernel, you may use the middleware method to assign middleware to a route.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Route::get('/profile', function () 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//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})-&gt;middleware('auth’);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You may assign multiple middleware to the route by passing an array of middleware names to the middleware method.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Route::get('/', function () 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//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})-&gt;middleware(['first', 'second']);</a:t>
            </a:r>
          </a:p>
        </p:txBody>
      </p:sp>
    </p:spTree>
    <p:extLst>
      <p:ext uri="{BB962C8B-B14F-4D97-AF65-F5344CB8AC3E}">
        <p14:creationId xmlns:p14="http://schemas.microsoft.com/office/powerpoint/2010/main" val="342450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Middleware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12562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may want to group several middleware under a single key to make them easier to assign to routes. You may accomplish this using the $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middlewareGroups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property of your HTTP kernel.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9B542D-5FEF-441A-82B8-038D95C59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86" y="2415363"/>
            <a:ext cx="7046604" cy="413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5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Middleware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5227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Middleware groups may be assigned to routes and controller actions using the same syntax as individual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middleware.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Route::get('/', function () 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//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})-&gt;middleware('web’);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Route::middleware(['web'])-&gt;group(function 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 Write those routes which are supposed to use this middleware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63858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Middleware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5227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Middleware can also receive additional parameters.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middleware parameters will be passed to the middleware after the $next argument.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public function handle($request, Closure $next, $role)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if (! $request-&gt;user()-&gt;</a:t>
            </a:r>
            <a:r>
              <a:rPr lang="en-US" sz="2400" dirty="0" err="1">
                <a:cs typeface="Times New Roman" panose="02020603050405020304" pitchFamily="18" charset="0"/>
              </a:rPr>
              <a:t>hasRole</a:t>
            </a:r>
            <a:r>
              <a:rPr lang="en-US" sz="2400" dirty="0">
                <a:cs typeface="Times New Roman" panose="02020603050405020304" pitchFamily="18" charset="0"/>
              </a:rPr>
              <a:t>($role)) 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    // Redirect...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return $next($request);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367675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Middleware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5227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Middleware parameters may be specified when defining the route by separating the middleware name and parameters with a :. Multiple parameters should be delimited by commas.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Route::put('/post/{id}', function ($id) {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//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})-&gt;middleware('</a:t>
            </a:r>
            <a:r>
              <a:rPr lang="en-US" sz="2400" dirty="0" err="1">
                <a:cs typeface="Times New Roman" panose="02020603050405020304" pitchFamily="18" charset="0"/>
              </a:rPr>
              <a:t>role:editor</a:t>
            </a:r>
            <a:r>
              <a:rPr lang="en-US" sz="2400" dirty="0">
                <a:cs typeface="Times New Roman" panose="02020603050405020304" pitchFamily="18" charset="0"/>
              </a:rPr>
              <a:t>');</a:t>
            </a:r>
          </a:p>
        </p:txBody>
      </p:sp>
    </p:spTree>
    <p:extLst>
      <p:ext uri="{BB962C8B-B14F-4D97-AF65-F5344CB8AC3E}">
        <p14:creationId xmlns:p14="http://schemas.microsoft.com/office/powerpoint/2010/main" val="240138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432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Middleware</vt:lpstr>
      <vt:lpstr>Registering Middleware</vt:lpstr>
      <vt:lpstr>Global Middleware</vt:lpstr>
      <vt:lpstr>Assigning Middleware to Routes</vt:lpstr>
      <vt:lpstr>Assigning Middleware to Routes</vt:lpstr>
      <vt:lpstr>Middleware Groups</vt:lpstr>
      <vt:lpstr>Middleware Groups</vt:lpstr>
      <vt:lpstr>Middleware Parameter</vt:lpstr>
      <vt:lpstr>Middleware Parameter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61</cp:revision>
  <dcterms:created xsi:type="dcterms:W3CDTF">2020-01-16T07:28:28Z</dcterms:created>
  <dcterms:modified xsi:type="dcterms:W3CDTF">2021-03-30T16:16:49Z</dcterms:modified>
</cp:coreProperties>
</file>