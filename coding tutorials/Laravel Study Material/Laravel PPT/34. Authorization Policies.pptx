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90" r:id="rId7"/>
    <p:sldId id="291" r:id="rId8"/>
    <p:sldId id="292" r:id="rId9"/>
    <p:sldId id="289" r:id="rId10"/>
    <p:sldId id="287" r:id="rId11"/>
    <p:sldId id="288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two primary ways of authorizing actions-: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– Gates provide a simple, closure based approach to authorization.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–  Policies, like controllers, group logic around a particular model or resource. Policies should be used when you wish to authorize an action for a particular model or resource.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are classes that organize authorization logic around a particular model or resource.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make:policy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PostPolicy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make:policy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--model=Post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policy will be placed in the app/Policies directory.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46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Registering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policy class has been created, it needs to be registered.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Registering policies is how we can inform Laravel which policy to use when authorizing actions against a given model type.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App\Providers\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AuthServiceProvider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included with fresh Laravel applications contains a policies property which maps your Eloquent models to their corresponding policies.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Registering a policy will instruct Laravel which policy to utilize when authorizing actions against a given Eloquent model.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$policies = [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Post::class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];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Registering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manually registering model policies, Laravel can automatically discover policies as long as the model and policy follow standard Laravel naming conventions. Specifically, the policies must be in a Policies directory at or above the directory that contains your models.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may be placed in the app/Models directory while the policies may be placed in the app/Policies directory. In this situation, Laravel will check for policies in app/Models/Policies then app/Policies. In addition, the policy name must match the model name and have a Policy suffix. So, a Post model would correspond to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 class.</a:t>
            </a:r>
          </a:p>
        </p:txBody>
      </p:sp>
    </p:spTree>
    <p:extLst>
      <p:ext uri="{BB962C8B-B14F-4D97-AF65-F5344CB8AC3E}">
        <p14:creationId xmlns:p14="http://schemas.microsoft.com/office/powerpoint/2010/main" val="414952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policy class has been registered, you may add methods for each action it authorizes.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App\Policies;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App\Models\Post;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App\Models\User;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PostPolicy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function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$user){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$user-&gt;email === 'admin@gmail.com';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004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Policies via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includes a middleware that can authorize actions before the incoming request even reaches your routes or controllers.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Illuminate\Auth\Middleware\Authorize middleware is assigned the can key in your App\Http\Kernel class.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Route::get('/post', [</a:t>
            </a:r>
            <a:r>
              <a:rPr lang="en-US" sz="2400" dirty="0" err="1">
                <a:cs typeface="Times New Roman" panose="02020603050405020304" pitchFamily="18" charset="0"/>
              </a:rPr>
              <a:t>PostController</a:t>
            </a:r>
            <a:r>
              <a:rPr lang="en-US" sz="2400" dirty="0">
                <a:cs typeface="Times New Roman" panose="02020603050405020304" pitchFamily="18" charset="0"/>
              </a:rPr>
              <a:t>::class, 'index’])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	-&gt;middleware([‘auth’, '</a:t>
            </a:r>
            <a:r>
              <a:rPr lang="en-US" sz="2400" dirty="0" err="1">
                <a:cs typeface="Times New Roman" panose="02020603050405020304" pitchFamily="18" charset="0"/>
              </a:rPr>
              <a:t>can:isAdmin</a:t>
            </a:r>
            <a:r>
              <a:rPr lang="en-US" sz="2400" dirty="0">
                <a:cs typeface="Times New Roman" panose="02020603050405020304" pitchFamily="18" charset="0"/>
              </a:rPr>
              <a:t>, App\Models\Post’]);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is the name of the action we wish to authorize and the second is the route parameter we wish to pass to the policy method.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since we are using implicit model binding, a App\Models\Post model will be passed to the policy method.</a:t>
            </a:r>
          </a:p>
        </p:txBody>
      </p:sp>
    </p:spTree>
    <p:extLst>
      <p:ext uri="{BB962C8B-B14F-4D97-AF65-F5344CB8AC3E}">
        <p14:creationId xmlns:p14="http://schemas.microsoft.com/office/powerpoint/2010/main" val="30525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Policies via 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writing Blade templates, you may wish to display a portion of the page only if the user is authorized to perform a given action.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 … @</a:t>
            </a:r>
            <a:r>
              <a:rPr lang="en-US" sz="2400" dirty="0" err="1">
                <a:cs typeface="Times New Roman" panose="02020603050405020304" pitchFamily="18" charset="0"/>
              </a:rPr>
              <a:t>endcan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@cannot… @</a:t>
            </a:r>
            <a:r>
              <a:rPr lang="en-US" sz="2400" dirty="0" err="1">
                <a:cs typeface="Times New Roman" panose="02020603050405020304" pitchFamily="18" charset="0"/>
              </a:rPr>
              <a:t>endcannot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cs typeface="Times New Roman" panose="02020603050405020304" pitchFamily="18" charset="0"/>
              </a:rPr>
              <a:t>canany</a:t>
            </a:r>
            <a:r>
              <a:rPr lang="en-US" sz="2400" dirty="0">
                <a:cs typeface="Times New Roman" panose="02020603050405020304" pitchFamily="18" charset="0"/>
              </a:rPr>
              <a:t>… @</a:t>
            </a:r>
            <a:r>
              <a:rPr lang="en-US" sz="2400" dirty="0" err="1">
                <a:cs typeface="Times New Roman" panose="02020603050405020304" pitchFamily="18" charset="0"/>
              </a:rPr>
              <a:t>endcanany</a:t>
            </a:r>
            <a:r>
              <a:rPr lang="en-US" sz="2400" dirty="0"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 … @</a:t>
            </a:r>
            <a:r>
              <a:rPr lang="en-US" sz="2400" dirty="0" err="1">
                <a:cs typeface="Times New Roman" panose="02020603050405020304" pitchFamily="18" charset="0"/>
              </a:rPr>
              <a:t>elsecan</a:t>
            </a:r>
            <a:r>
              <a:rPr lang="en-US" sz="2400" dirty="0">
                <a:cs typeface="Times New Roman" panose="02020603050405020304" pitchFamily="18" charset="0"/>
              </a:rPr>
              <a:t>… @else… @</a:t>
            </a:r>
            <a:r>
              <a:rPr lang="en-US" sz="2400" dirty="0" err="1">
                <a:cs typeface="Times New Roman" panose="02020603050405020304" pitchFamily="18" charset="0"/>
              </a:rPr>
              <a:t>endcan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@cannot… @</a:t>
            </a:r>
            <a:r>
              <a:rPr lang="en-US" sz="2400" dirty="0" err="1">
                <a:cs typeface="Times New Roman" panose="02020603050405020304" pitchFamily="18" charset="0"/>
              </a:rPr>
              <a:t>elsecannot</a:t>
            </a:r>
            <a:r>
              <a:rPr lang="en-US" sz="2400" dirty="0">
                <a:cs typeface="Times New Roman" panose="02020603050405020304" pitchFamily="18" charset="0"/>
              </a:rPr>
              <a:t> … @else… @</a:t>
            </a:r>
            <a:r>
              <a:rPr lang="en-US" sz="2400" dirty="0" err="1">
                <a:cs typeface="Times New Roman" panose="02020603050405020304" pitchFamily="18" charset="0"/>
              </a:rPr>
              <a:t>endcannot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cs typeface="Times New Roman" panose="02020603050405020304" pitchFamily="18" charset="0"/>
              </a:rPr>
              <a:t>canany</a:t>
            </a:r>
            <a:r>
              <a:rPr lang="en-US" sz="2400" dirty="0">
                <a:cs typeface="Times New Roman" panose="02020603050405020304" pitchFamily="18" charset="0"/>
              </a:rPr>
              <a:t>… @</a:t>
            </a:r>
            <a:r>
              <a:rPr lang="en-US" sz="2400" dirty="0" err="1">
                <a:cs typeface="Times New Roman" panose="02020603050405020304" pitchFamily="18" charset="0"/>
              </a:rPr>
              <a:t>elsecanany</a:t>
            </a:r>
            <a:r>
              <a:rPr lang="en-US" sz="2400" dirty="0">
                <a:cs typeface="Times New Roman" panose="02020603050405020304" pitchFamily="18" charset="0"/>
              </a:rPr>
              <a:t>… @else…. @</a:t>
            </a:r>
            <a:r>
              <a:rPr lang="en-US" sz="2400" dirty="0" err="1">
                <a:cs typeface="Times New Roman" panose="02020603050405020304" pitchFamily="18" charset="0"/>
              </a:rPr>
              <a:t>endcanany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94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Policies via 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&lt;h1&gt;Dashboard Page&lt;/h1&gt;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&lt;a href="/show"&gt;Show&lt;/a&gt;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@can('isAdmin’, Model)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&lt;a href="/edit"&gt;Edit&lt;/a&gt;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&lt;a href="/delete"&gt;Delete&lt;/a&gt;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@endcan</a:t>
            </a:r>
          </a:p>
          <a:p>
            <a:pPr marL="0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&lt;/body&gt;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2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Policies via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authorize() Method - This method accepts the name of the action you wish to authorize and the relevant model. If the action is not authorized, the authorize method will throw an Illuminate\Auth\Access\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AuthorizationException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exception which the Laravel exception handler will automatically convert to an HTTP response with a 403 status code.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$this-&gt;authorize('update', $post);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policy methods like create do not require a model instance. In these situations, you should pass a class name to the authorize method.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$this-&gt;authorize('</a:t>
            </a:r>
            <a:r>
              <a:rPr lang="en-US" sz="2400" dirty="0" err="1">
                <a:cs typeface="Times New Roman" panose="02020603050405020304" pitchFamily="18" charset="0"/>
              </a:rPr>
              <a:t>isAdmin</a:t>
            </a:r>
            <a:r>
              <a:rPr lang="en-US" sz="2400" dirty="0">
                <a:cs typeface="Times New Roman" panose="02020603050405020304" pitchFamily="18" charset="0"/>
              </a:rPr>
              <a:t>', Post::class);</a:t>
            </a:r>
          </a:p>
        </p:txBody>
      </p:sp>
    </p:spTree>
    <p:extLst>
      <p:ext uri="{BB962C8B-B14F-4D97-AF65-F5344CB8AC3E}">
        <p14:creationId xmlns:p14="http://schemas.microsoft.com/office/powerpoint/2010/main" val="340496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Policies via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App\Models\User model that is included with your Laravel application includes two helpful methods for authorizing actions: can and cannot.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can and cannot methods receive the name of the action you wish to authorize and the relevant model.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if ($request-&gt;user()-&gt;cannot('update', $post))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    abort(403);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policy is registered for the given model, the can method will automatically call the appropriate policy and return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policy is registered for the model, the can method will attempt to call the closure based Gate matching the given action name.</a:t>
            </a:r>
          </a:p>
        </p:txBody>
      </p:sp>
    </p:spTree>
    <p:extLst>
      <p:ext uri="{BB962C8B-B14F-4D97-AF65-F5344CB8AC3E}">
        <p14:creationId xmlns:p14="http://schemas.microsoft.com/office/powerpoint/2010/main" val="216048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Policies via User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Remember, some actions may correspond to policy methods like create that do not require a model instance.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these situations, you may pass a class name to the can method.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name will be used to determine which policy to use when authorizing the action.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($request-&gt;user()-&gt;cannot('create', Post::class))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abort(403);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09566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 may wish to return a more detailed response, including an error message. To do so, you may return an Illuminate\Auth\Access\Response instance from your policy method.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App\Models\Post;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App\Models\User;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Illuminate\Auth\Access\Response;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function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$user){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$user-&gt;email === 'admin@gmail.com'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? Response::allow()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: Response::deny('You do not own this post');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89116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1020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Authorization</vt:lpstr>
      <vt:lpstr>Generating Policies</vt:lpstr>
      <vt:lpstr>Registering Policies</vt:lpstr>
      <vt:lpstr>Registering Policies</vt:lpstr>
      <vt:lpstr>Policy Method</vt:lpstr>
      <vt:lpstr>Using Policies via Middleware</vt:lpstr>
      <vt:lpstr>Using Policies via Blade</vt:lpstr>
      <vt:lpstr>Using Policies via Blade</vt:lpstr>
      <vt:lpstr>Using Policies via Controller</vt:lpstr>
      <vt:lpstr>Using Policies via User Model</vt:lpstr>
      <vt:lpstr>Using Policies via User Model</vt:lpstr>
      <vt:lpstr>Policy Response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156</cp:revision>
  <dcterms:created xsi:type="dcterms:W3CDTF">2020-01-16T07:28:28Z</dcterms:created>
  <dcterms:modified xsi:type="dcterms:W3CDTF">2021-04-27T15:14:11Z</dcterms:modified>
</cp:coreProperties>
</file>