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7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3F35-3C31-4FCC-B762-8FA83DB94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C11F85-AF32-484E-B7DE-BAD2167DF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17C33E-110C-43CE-8805-5FD96AF6EB41}"/>
              </a:ext>
            </a:extLst>
          </p:cNvPr>
          <p:cNvSpPr>
            <a:spLocks noGrp="1"/>
          </p:cNvSpPr>
          <p:nvPr>
            <p:ph type="dt" sz="half" idx="10"/>
          </p:nvPr>
        </p:nvSpPr>
        <p:spPr/>
        <p:txBody>
          <a:bodyPr/>
          <a:lstStyle/>
          <a:p>
            <a:fld id="{D6424074-C14C-4063-9727-25396F45EE8B}" type="datetimeFigureOut">
              <a:rPr lang="en-US" smtClean="0"/>
              <a:t>3/29/2021</a:t>
            </a:fld>
            <a:endParaRPr lang="en-US"/>
          </a:p>
        </p:txBody>
      </p:sp>
      <p:sp>
        <p:nvSpPr>
          <p:cNvPr id="5" name="Footer Placeholder 4">
            <a:extLst>
              <a:ext uri="{FF2B5EF4-FFF2-40B4-BE49-F238E27FC236}">
                <a16:creationId xmlns:a16="http://schemas.microsoft.com/office/drawing/2014/main" id="{C41E970A-36AA-461D-BFF5-A7073A89A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24AC1-CF3D-4264-B44C-4AC3694EAFFB}"/>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786153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D500-4B8D-424C-8E02-B591E74E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EC130C-93BE-4086-A02D-A4D7DF5A4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33FFA-4982-4138-A83F-360E42BC9F3D}"/>
              </a:ext>
            </a:extLst>
          </p:cNvPr>
          <p:cNvSpPr>
            <a:spLocks noGrp="1"/>
          </p:cNvSpPr>
          <p:nvPr>
            <p:ph type="dt" sz="half" idx="10"/>
          </p:nvPr>
        </p:nvSpPr>
        <p:spPr/>
        <p:txBody>
          <a:bodyPr/>
          <a:lstStyle/>
          <a:p>
            <a:fld id="{D6424074-C14C-4063-9727-25396F45EE8B}" type="datetimeFigureOut">
              <a:rPr lang="en-US" smtClean="0"/>
              <a:t>3/29/2021</a:t>
            </a:fld>
            <a:endParaRPr lang="en-US"/>
          </a:p>
        </p:txBody>
      </p:sp>
      <p:sp>
        <p:nvSpPr>
          <p:cNvPr id="5" name="Footer Placeholder 4">
            <a:extLst>
              <a:ext uri="{FF2B5EF4-FFF2-40B4-BE49-F238E27FC236}">
                <a16:creationId xmlns:a16="http://schemas.microsoft.com/office/drawing/2014/main" id="{F6E70961-FF6B-4014-ABD0-D52345560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84993-0B9F-4D18-A786-A001E4813A34}"/>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01319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AFEF-9148-490C-A07D-66025A389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F19A05-8FC1-4F08-A6DF-48B5588EC6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6C234-7D79-4017-A28E-009351AFBF7A}"/>
              </a:ext>
            </a:extLst>
          </p:cNvPr>
          <p:cNvSpPr>
            <a:spLocks noGrp="1"/>
          </p:cNvSpPr>
          <p:nvPr>
            <p:ph type="dt" sz="half" idx="10"/>
          </p:nvPr>
        </p:nvSpPr>
        <p:spPr/>
        <p:txBody>
          <a:bodyPr/>
          <a:lstStyle/>
          <a:p>
            <a:fld id="{D6424074-C14C-4063-9727-25396F45EE8B}" type="datetimeFigureOut">
              <a:rPr lang="en-US" smtClean="0"/>
              <a:t>3/29/2021</a:t>
            </a:fld>
            <a:endParaRPr lang="en-US"/>
          </a:p>
        </p:txBody>
      </p:sp>
      <p:sp>
        <p:nvSpPr>
          <p:cNvPr id="5" name="Footer Placeholder 4">
            <a:extLst>
              <a:ext uri="{FF2B5EF4-FFF2-40B4-BE49-F238E27FC236}">
                <a16:creationId xmlns:a16="http://schemas.microsoft.com/office/drawing/2014/main" id="{24E09164-4C4A-4127-B3F2-BB08C8341E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D9619-5D24-4157-A6FD-5834D0A22E4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26931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FB17-9AD1-4F3B-AA4E-56593842DE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4D886-9A3F-42F3-AB90-9B4FCED533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D4B41A-A242-49E8-8BC4-FCD743948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2A4D90-D5C8-487E-B4C9-B9DE8D5915F6}"/>
              </a:ext>
            </a:extLst>
          </p:cNvPr>
          <p:cNvSpPr>
            <a:spLocks noGrp="1"/>
          </p:cNvSpPr>
          <p:nvPr>
            <p:ph type="dt" sz="half" idx="10"/>
          </p:nvPr>
        </p:nvSpPr>
        <p:spPr/>
        <p:txBody>
          <a:bodyPr/>
          <a:lstStyle/>
          <a:p>
            <a:fld id="{D6424074-C14C-4063-9727-25396F45EE8B}" type="datetimeFigureOut">
              <a:rPr lang="en-US" smtClean="0"/>
              <a:t>3/29/2021</a:t>
            </a:fld>
            <a:endParaRPr lang="en-US"/>
          </a:p>
        </p:txBody>
      </p:sp>
      <p:sp>
        <p:nvSpPr>
          <p:cNvPr id="6" name="Footer Placeholder 5">
            <a:extLst>
              <a:ext uri="{FF2B5EF4-FFF2-40B4-BE49-F238E27FC236}">
                <a16:creationId xmlns:a16="http://schemas.microsoft.com/office/drawing/2014/main" id="{596AE19E-19C8-4D55-9148-C3B99134A6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66303-18AD-4792-A099-E495F2C519C3}"/>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304587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7564-7E6D-44C1-8EAE-6A4E965C25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E3F7CD-9F80-48DE-AC2D-8C68C18BCC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0FAB47-FABF-4808-B75D-EE89F7DDCE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A02129-2ED0-4522-9D50-7E1E31732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1CDBFA-5E0F-4440-971C-EA63B08383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005AA4-F250-48C7-A79B-B9159994BE7C}"/>
              </a:ext>
            </a:extLst>
          </p:cNvPr>
          <p:cNvSpPr>
            <a:spLocks noGrp="1"/>
          </p:cNvSpPr>
          <p:nvPr>
            <p:ph type="dt" sz="half" idx="10"/>
          </p:nvPr>
        </p:nvSpPr>
        <p:spPr/>
        <p:txBody>
          <a:bodyPr/>
          <a:lstStyle/>
          <a:p>
            <a:fld id="{D6424074-C14C-4063-9727-25396F45EE8B}" type="datetimeFigureOut">
              <a:rPr lang="en-US" smtClean="0"/>
              <a:t>3/29/2021</a:t>
            </a:fld>
            <a:endParaRPr lang="en-US"/>
          </a:p>
        </p:txBody>
      </p:sp>
      <p:sp>
        <p:nvSpPr>
          <p:cNvPr id="8" name="Footer Placeholder 7">
            <a:extLst>
              <a:ext uri="{FF2B5EF4-FFF2-40B4-BE49-F238E27FC236}">
                <a16:creationId xmlns:a16="http://schemas.microsoft.com/office/drawing/2014/main" id="{A32781D2-D5BD-480F-BB83-53C263FB8D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12F3E-3AE8-47A7-BA0C-210DE2BE59AE}"/>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43717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CDEC-80DD-44FD-87ED-767C2FA308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92CCD-4B75-45FB-98A6-7358737527E3}"/>
              </a:ext>
            </a:extLst>
          </p:cNvPr>
          <p:cNvSpPr>
            <a:spLocks noGrp="1"/>
          </p:cNvSpPr>
          <p:nvPr>
            <p:ph type="dt" sz="half" idx="10"/>
          </p:nvPr>
        </p:nvSpPr>
        <p:spPr/>
        <p:txBody>
          <a:bodyPr/>
          <a:lstStyle/>
          <a:p>
            <a:fld id="{D6424074-C14C-4063-9727-25396F45EE8B}" type="datetimeFigureOut">
              <a:rPr lang="en-US" smtClean="0"/>
              <a:t>3/29/2021</a:t>
            </a:fld>
            <a:endParaRPr lang="en-US"/>
          </a:p>
        </p:txBody>
      </p:sp>
      <p:sp>
        <p:nvSpPr>
          <p:cNvPr id="4" name="Footer Placeholder 3">
            <a:extLst>
              <a:ext uri="{FF2B5EF4-FFF2-40B4-BE49-F238E27FC236}">
                <a16:creationId xmlns:a16="http://schemas.microsoft.com/office/drawing/2014/main" id="{8C9243F9-A523-4595-950A-A86EFB8DA9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68C2E0-2E4D-4B36-979D-F2375420BBBA}"/>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04128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E46FD8-EC6C-42A7-98E1-FC56EEE826C4}"/>
              </a:ext>
            </a:extLst>
          </p:cNvPr>
          <p:cNvSpPr>
            <a:spLocks noGrp="1"/>
          </p:cNvSpPr>
          <p:nvPr>
            <p:ph type="dt" sz="half" idx="10"/>
          </p:nvPr>
        </p:nvSpPr>
        <p:spPr/>
        <p:txBody>
          <a:bodyPr/>
          <a:lstStyle/>
          <a:p>
            <a:fld id="{D6424074-C14C-4063-9727-25396F45EE8B}" type="datetimeFigureOut">
              <a:rPr lang="en-US" smtClean="0"/>
              <a:t>3/29/2021</a:t>
            </a:fld>
            <a:endParaRPr lang="en-US"/>
          </a:p>
        </p:txBody>
      </p:sp>
      <p:sp>
        <p:nvSpPr>
          <p:cNvPr id="3" name="Footer Placeholder 2">
            <a:extLst>
              <a:ext uri="{FF2B5EF4-FFF2-40B4-BE49-F238E27FC236}">
                <a16:creationId xmlns:a16="http://schemas.microsoft.com/office/drawing/2014/main" id="{B9E0800C-B826-41B4-A243-B36296B649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E187CB-862A-46BE-A68E-D4A82FE94C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14667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8E107-3892-4E64-BDDA-CDF25A25C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4A345D-808F-4F5C-A693-EE1BD803D6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B5494-E2C2-4E1A-A55C-B6F965B43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32549-0479-4245-9491-0EDF264A8EFC}"/>
              </a:ext>
            </a:extLst>
          </p:cNvPr>
          <p:cNvSpPr>
            <a:spLocks noGrp="1"/>
          </p:cNvSpPr>
          <p:nvPr>
            <p:ph type="dt" sz="half" idx="10"/>
          </p:nvPr>
        </p:nvSpPr>
        <p:spPr/>
        <p:txBody>
          <a:bodyPr/>
          <a:lstStyle/>
          <a:p>
            <a:fld id="{D6424074-C14C-4063-9727-25396F45EE8B}" type="datetimeFigureOut">
              <a:rPr lang="en-US" smtClean="0"/>
              <a:t>3/29/2021</a:t>
            </a:fld>
            <a:endParaRPr lang="en-US"/>
          </a:p>
        </p:txBody>
      </p:sp>
      <p:sp>
        <p:nvSpPr>
          <p:cNvPr id="6" name="Footer Placeholder 5">
            <a:extLst>
              <a:ext uri="{FF2B5EF4-FFF2-40B4-BE49-F238E27FC236}">
                <a16:creationId xmlns:a16="http://schemas.microsoft.com/office/drawing/2014/main" id="{F42DB5CF-F4F7-4439-AE72-E5E794AF6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4244DC-B202-469A-AC18-C6FBC47C059C}"/>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4753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DE7F-8D96-4394-B3C4-E90625F4DC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B5D2BA-AFFA-4D89-A128-DCEE73ADC9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2A3167-3ED5-4E1C-95CA-2C0DA3293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F1B83-D833-46FB-B8F9-FA04CBF20F50}"/>
              </a:ext>
            </a:extLst>
          </p:cNvPr>
          <p:cNvSpPr>
            <a:spLocks noGrp="1"/>
          </p:cNvSpPr>
          <p:nvPr>
            <p:ph type="dt" sz="half" idx="10"/>
          </p:nvPr>
        </p:nvSpPr>
        <p:spPr/>
        <p:txBody>
          <a:bodyPr/>
          <a:lstStyle/>
          <a:p>
            <a:fld id="{D6424074-C14C-4063-9727-25396F45EE8B}" type="datetimeFigureOut">
              <a:rPr lang="en-US" smtClean="0"/>
              <a:t>3/29/2021</a:t>
            </a:fld>
            <a:endParaRPr lang="en-US"/>
          </a:p>
        </p:txBody>
      </p:sp>
      <p:sp>
        <p:nvSpPr>
          <p:cNvPr id="6" name="Footer Placeholder 5">
            <a:extLst>
              <a:ext uri="{FF2B5EF4-FFF2-40B4-BE49-F238E27FC236}">
                <a16:creationId xmlns:a16="http://schemas.microsoft.com/office/drawing/2014/main" id="{76C36967-54F8-4897-9D64-D7332874B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926CB3-4534-4D33-B3B6-4717B20F3ADD}"/>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480921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0591D-71AB-44B0-A8FF-8DA89DF43B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99BF31-FDD0-4B03-9E4C-18FA15FB82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535DB6-B91A-42DA-8722-A16D02B6CBE5}"/>
              </a:ext>
            </a:extLst>
          </p:cNvPr>
          <p:cNvSpPr>
            <a:spLocks noGrp="1"/>
          </p:cNvSpPr>
          <p:nvPr>
            <p:ph type="dt" sz="half" idx="10"/>
          </p:nvPr>
        </p:nvSpPr>
        <p:spPr/>
        <p:txBody>
          <a:bodyPr/>
          <a:lstStyle/>
          <a:p>
            <a:fld id="{D6424074-C14C-4063-9727-25396F45EE8B}" type="datetimeFigureOut">
              <a:rPr lang="en-US" smtClean="0"/>
              <a:t>3/29/2021</a:t>
            </a:fld>
            <a:endParaRPr lang="en-US"/>
          </a:p>
        </p:txBody>
      </p:sp>
      <p:sp>
        <p:nvSpPr>
          <p:cNvPr id="5" name="Footer Placeholder 4">
            <a:extLst>
              <a:ext uri="{FF2B5EF4-FFF2-40B4-BE49-F238E27FC236}">
                <a16:creationId xmlns:a16="http://schemas.microsoft.com/office/drawing/2014/main" id="{8F704C1A-3BFB-4306-8451-0366BAB2F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47995-D404-46E1-B86F-17C3C8B09E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72496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0D8ED-73E1-4FE3-BF6D-5D9C5BAF4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F26129-7B22-402F-AFC8-1067547D08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2C7EC3-A12B-4D69-A61D-07E268ECD2FC}"/>
              </a:ext>
            </a:extLst>
          </p:cNvPr>
          <p:cNvSpPr>
            <a:spLocks noGrp="1"/>
          </p:cNvSpPr>
          <p:nvPr>
            <p:ph type="dt" sz="half" idx="10"/>
          </p:nvPr>
        </p:nvSpPr>
        <p:spPr/>
        <p:txBody>
          <a:bodyPr/>
          <a:lstStyle/>
          <a:p>
            <a:fld id="{D6424074-C14C-4063-9727-25396F45EE8B}" type="datetimeFigureOut">
              <a:rPr lang="en-US" smtClean="0"/>
              <a:t>3/29/2021</a:t>
            </a:fld>
            <a:endParaRPr lang="en-US"/>
          </a:p>
        </p:txBody>
      </p:sp>
      <p:sp>
        <p:nvSpPr>
          <p:cNvPr id="5" name="Footer Placeholder 4">
            <a:extLst>
              <a:ext uri="{FF2B5EF4-FFF2-40B4-BE49-F238E27FC236}">
                <a16:creationId xmlns:a16="http://schemas.microsoft.com/office/drawing/2014/main" id="{06BABADA-90D3-48E7-B44C-D632B1A8F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B1A7B-8555-421A-99B8-5ADAA6942206}"/>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13666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4AD56-CD23-40BA-A489-EAD1F37F4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3F5D0B-5BF7-4414-99DD-09FA3E5D69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46D8-FBAF-4329-8716-8812B9BA77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24074-C14C-4063-9727-25396F45EE8B}" type="datetimeFigureOut">
              <a:rPr lang="en-US" smtClean="0"/>
              <a:t>3/29/2021</a:t>
            </a:fld>
            <a:endParaRPr lang="en-US"/>
          </a:p>
        </p:txBody>
      </p:sp>
      <p:sp>
        <p:nvSpPr>
          <p:cNvPr id="5" name="Footer Placeholder 4">
            <a:extLst>
              <a:ext uri="{FF2B5EF4-FFF2-40B4-BE49-F238E27FC236}">
                <a16:creationId xmlns:a16="http://schemas.microsoft.com/office/drawing/2014/main" id="{8AE5A8AF-D0BF-43C3-8DA2-2C1303E88F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43433D-FDF1-4749-8452-EE98C7655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27D84-FC1B-473D-99C4-9E18DD8D8E63}" type="slidenum">
              <a:rPr lang="en-US" smtClean="0"/>
              <a:t>‹#›</a:t>
            </a:fld>
            <a:endParaRPr lang="en-US"/>
          </a:p>
        </p:txBody>
      </p:sp>
    </p:spTree>
    <p:extLst>
      <p:ext uri="{BB962C8B-B14F-4D97-AF65-F5344CB8AC3E}">
        <p14:creationId xmlns:p14="http://schemas.microsoft.com/office/powerpoint/2010/main" val="192106349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Named Routes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Named routes allow the convenient generation of URLs or redirects for specific routes. You may specify a name for a route by chaining the </a:t>
            </a:r>
            <a:r>
              <a:rPr lang="en-US" sz="2400" b="1" i="1" dirty="0">
                <a:latin typeface="Times New Roman" panose="02020603050405020304" pitchFamily="18" charset="0"/>
                <a:cs typeface="Times New Roman" panose="02020603050405020304" pitchFamily="18" charset="0"/>
              </a:rPr>
              <a:t>name</a:t>
            </a:r>
            <a:r>
              <a:rPr lang="en-US" sz="2400" dirty="0">
                <a:latin typeface="Times New Roman" panose="02020603050405020304" pitchFamily="18" charset="0"/>
                <a:cs typeface="Times New Roman" panose="02020603050405020304" pitchFamily="18" charset="0"/>
              </a:rPr>
              <a:t> method onto the route definition. Route names should always be unique.</a:t>
            </a:r>
          </a:p>
          <a:p>
            <a:pPr marL="0" indent="0">
              <a:buNone/>
            </a:pPr>
            <a:r>
              <a:rPr lang="en-US" sz="2400" dirty="0">
                <a:latin typeface="Times New Roman" panose="02020603050405020304" pitchFamily="18" charset="0"/>
                <a:cs typeface="Times New Roman" panose="02020603050405020304" pitchFamily="18" charset="0"/>
              </a:rPr>
              <a:t>Route::get(‘about’, function () { return view(‘</a:t>
            </a:r>
            <a:r>
              <a:rPr lang="en-US" sz="2400" dirty="0" err="1">
                <a:latin typeface="Times New Roman" panose="02020603050405020304" pitchFamily="18" charset="0"/>
                <a:cs typeface="Times New Roman" panose="02020603050405020304" pitchFamily="18" charset="0"/>
              </a:rPr>
              <a:t>aboutme</a:t>
            </a:r>
            <a:r>
              <a:rPr lang="en-US" sz="2400" dirty="0">
                <a:latin typeface="Times New Roman" panose="02020603050405020304" pitchFamily="18" charset="0"/>
                <a:cs typeface="Times New Roman" panose="02020603050405020304" pitchFamily="18" charset="0"/>
              </a:rPr>
              <a:t>’)})</a:t>
            </a:r>
            <a:r>
              <a:rPr lang="en-US" sz="2400" dirty="0">
                <a:cs typeface="Times New Roman" panose="02020603050405020304" pitchFamily="18" charset="0"/>
              </a:rPr>
              <a:t>-&gt;</a:t>
            </a:r>
            <a:r>
              <a:rPr lang="en-US" sz="2400" dirty="0">
                <a:latin typeface="Times New Roman" panose="02020603050405020304" pitchFamily="18" charset="0"/>
                <a:cs typeface="Times New Roman" panose="02020603050405020304" pitchFamily="18" charset="0"/>
              </a:rPr>
              <a:t>name(‘</a:t>
            </a:r>
            <a:r>
              <a:rPr lang="en-US" sz="2400" dirty="0" err="1">
                <a:latin typeface="Times New Roman" panose="02020603050405020304" pitchFamily="18" charset="0"/>
                <a:cs typeface="Times New Roman" panose="02020603050405020304" pitchFamily="18" charset="0"/>
              </a:rPr>
              <a:t>abt</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Route::get(‘about’, [</a:t>
            </a:r>
            <a:r>
              <a:rPr lang="en-US" sz="2400" dirty="0" err="1">
                <a:latin typeface="Times New Roman" panose="02020603050405020304" pitchFamily="18" charset="0"/>
                <a:cs typeface="Times New Roman" panose="02020603050405020304" pitchFamily="18" charset="0"/>
              </a:rPr>
              <a:t>AboutController</a:t>
            </a:r>
            <a:r>
              <a:rPr lang="en-US" sz="2400" dirty="0">
                <a:latin typeface="Times New Roman" panose="02020603050405020304" pitchFamily="18" charset="0"/>
                <a:cs typeface="Times New Roman" panose="02020603050405020304" pitchFamily="18" charset="0"/>
              </a:rPr>
              <a:t>::class, 'show'])</a:t>
            </a:r>
            <a:r>
              <a:rPr lang="en-US" sz="2400" dirty="0">
                <a:cs typeface="Times New Roman" panose="02020603050405020304" pitchFamily="18" charset="0"/>
              </a:rPr>
              <a:t>-&gt;</a:t>
            </a:r>
            <a:r>
              <a:rPr lang="en-US" sz="2400" dirty="0">
                <a:latin typeface="Times New Roman" panose="02020603050405020304" pitchFamily="18" charset="0"/>
                <a:cs typeface="Times New Roman" panose="02020603050405020304" pitchFamily="18" charset="0"/>
              </a:rPr>
              <a:t>name(‘</a:t>
            </a:r>
            <a:r>
              <a:rPr lang="en-US" sz="2400" dirty="0" err="1">
                <a:latin typeface="Times New Roman" panose="02020603050405020304" pitchFamily="18" charset="0"/>
                <a:cs typeface="Times New Roman" panose="02020603050405020304" pitchFamily="18" charset="0"/>
              </a:rPr>
              <a:t>abt</a:t>
            </a: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Once you have assigned a name to a given route, you may use the route's name when generating URLs or redirects via Laravel's route and redirect helper functions.</a:t>
            </a:r>
          </a:p>
          <a:p>
            <a:pPr marL="0" indent="0">
              <a:buNone/>
            </a:pPr>
            <a:r>
              <a:rPr lang="en-US" sz="2400" dirty="0">
                <a:latin typeface="Times New Roman" panose="02020603050405020304" pitchFamily="18" charset="0"/>
                <a:cs typeface="Times New Roman" panose="02020603050405020304" pitchFamily="18" charset="0"/>
              </a:rPr>
              <a:t>Example:-</a:t>
            </a:r>
          </a:p>
          <a:p>
            <a:pPr marL="0" indent="0">
              <a:buNone/>
            </a:pPr>
            <a:r>
              <a:rPr lang="en-US" sz="2400" dirty="0">
                <a:cs typeface="Times New Roman" panose="02020603050405020304" pitchFamily="18" charset="0"/>
              </a:rPr>
              <a:t>route(‘</a:t>
            </a:r>
            <a:r>
              <a:rPr lang="en-US" sz="2400" dirty="0" err="1">
                <a:cs typeface="Times New Roman" panose="02020603050405020304" pitchFamily="18" charset="0"/>
              </a:rPr>
              <a:t>abt</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redirect()-&gt;route(‘</a:t>
            </a:r>
            <a:r>
              <a:rPr lang="en-US" sz="2400" dirty="0" err="1">
                <a:cs typeface="Times New Roman" panose="02020603050405020304" pitchFamily="18" charset="0"/>
              </a:rPr>
              <a:t>abt</a:t>
            </a:r>
            <a:r>
              <a:rPr lang="en-US" sz="2400" dirty="0">
                <a:cs typeface="Times New Roman" panose="02020603050405020304" pitchFamily="18" charset="0"/>
              </a:rPr>
              <a:t>’)</a:t>
            </a:r>
          </a:p>
        </p:txBody>
      </p:sp>
    </p:spTree>
    <p:extLst>
      <p:ext uri="{BB962C8B-B14F-4D97-AF65-F5344CB8AC3E}">
        <p14:creationId xmlns:p14="http://schemas.microsoft.com/office/powerpoint/2010/main" val="157704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Named Routes with Parameter</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If the named route defines parameters, you may pass the parameters as the second argument to the route function. The given parameters will automatically be inserted into the generated URL in their correct positions.</a:t>
            </a:r>
          </a:p>
          <a:p>
            <a:pPr marL="0" indent="0">
              <a:buNone/>
            </a:pPr>
            <a:r>
              <a:rPr lang="en-US" sz="2400" dirty="0">
                <a:cs typeface="Times New Roman" panose="02020603050405020304" pitchFamily="18" charset="0"/>
              </a:rPr>
              <a:t>Route::get(‘about/{id}’, function ($id) { </a:t>
            </a:r>
          </a:p>
          <a:p>
            <a:pPr marL="0" indent="0">
              <a:buNone/>
            </a:pPr>
            <a:r>
              <a:rPr lang="en-US" sz="2400" dirty="0">
                <a:cs typeface="Times New Roman" panose="02020603050405020304" pitchFamily="18" charset="0"/>
              </a:rPr>
              <a:t>return view(‘</a:t>
            </a:r>
            <a:r>
              <a:rPr lang="en-US" sz="2400" dirty="0" err="1">
                <a:cs typeface="Times New Roman" panose="02020603050405020304" pitchFamily="18" charset="0"/>
              </a:rPr>
              <a:t>aboutme</a:t>
            </a:r>
            <a:r>
              <a:rPr lang="en-US" sz="2400" dirty="0">
                <a:cs typeface="Times New Roman" panose="02020603050405020304" pitchFamily="18" charset="0"/>
              </a:rPr>
              <a:t>’, [‘id’=&gt;$id])})-&gt;name(‘</a:t>
            </a:r>
            <a:r>
              <a:rPr lang="en-US" sz="2400" dirty="0" err="1">
                <a:cs typeface="Times New Roman" panose="02020603050405020304" pitchFamily="18" charset="0"/>
              </a:rPr>
              <a:t>abt</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route(‘</a:t>
            </a:r>
            <a:r>
              <a:rPr lang="en-US" sz="2400" dirty="0" err="1">
                <a:cs typeface="Times New Roman" panose="02020603050405020304" pitchFamily="18" charset="0"/>
              </a:rPr>
              <a:t>abt</a:t>
            </a:r>
            <a:r>
              <a:rPr lang="en-US" sz="2400" dirty="0">
                <a:cs typeface="Times New Roman" panose="02020603050405020304" pitchFamily="18" charset="0"/>
              </a:rPr>
              <a:t>’, [‘id’=&gt;1])		// </a:t>
            </a:r>
            <a:r>
              <a:rPr lang="en-US" sz="2400" dirty="0" err="1">
                <a:cs typeface="Times New Roman" panose="02020603050405020304" pitchFamily="18" charset="0"/>
              </a:rPr>
              <a:t>abt</a:t>
            </a:r>
            <a:r>
              <a:rPr lang="en-US" sz="2400" dirty="0">
                <a:cs typeface="Times New Roman" panose="02020603050405020304" pitchFamily="18" charset="0"/>
              </a:rPr>
              <a:t>/1</a:t>
            </a:r>
          </a:p>
          <a:p>
            <a:pPr marL="0" indent="0">
              <a:buNone/>
            </a:pPr>
            <a:r>
              <a:rPr lang="en-US" sz="2400" dirty="0">
                <a:latin typeface="Times New Roman" panose="02020603050405020304" pitchFamily="18" charset="0"/>
                <a:cs typeface="Times New Roman" panose="02020603050405020304" pitchFamily="18" charset="0"/>
              </a:rPr>
              <a:t>If you pass additional parameters in the array, those key / value pairs will automatically be added to the generated URL's query string.</a:t>
            </a:r>
          </a:p>
          <a:p>
            <a:pPr marL="0" indent="0">
              <a:buNone/>
            </a:pPr>
            <a:r>
              <a:rPr lang="en-US" sz="2400" dirty="0">
                <a:cs typeface="Times New Roman" panose="02020603050405020304" pitchFamily="18" charset="0"/>
              </a:rPr>
              <a:t>Route::get(‘about/{id}/page’, function ($id) { </a:t>
            </a:r>
          </a:p>
          <a:p>
            <a:pPr marL="0" indent="0">
              <a:buNone/>
            </a:pPr>
            <a:r>
              <a:rPr lang="en-US" sz="2400" dirty="0">
                <a:cs typeface="Times New Roman" panose="02020603050405020304" pitchFamily="18" charset="0"/>
              </a:rPr>
              <a:t>return view(‘</a:t>
            </a:r>
            <a:r>
              <a:rPr lang="en-US" sz="2400" dirty="0" err="1">
                <a:cs typeface="Times New Roman" panose="02020603050405020304" pitchFamily="18" charset="0"/>
              </a:rPr>
              <a:t>aboutme</a:t>
            </a:r>
            <a:r>
              <a:rPr lang="en-US" sz="2400" dirty="0">
                <a:cs typeface="Times New Roman" panose="02020603050405020304" pitchFamily="18" charset="0"/>
              </a:rPr>
              <a:t>’, [‘id’=&gt;$id])})-&gt;name(‘</a:t>
            </a:r>
            <a:r>
              <a:rPr lang="en-US" sz="2400" dirty="0" err="1">
                <a:cs typeface="Times New Roman" panose="02020603050405020304" pitchFamily="18" charset="0"/>
              </a:rPr>
              <a:t>abt</a:t>
            </a:r>
            <a:r>
              <a:rPr lang="en-US" sz="2400" dirty="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route(‘</a:t>
            </a:r>
            <a:r>
              <a:rPr lang="en-US" sz="2400" dirty="0" err="1">
                <a:latin typeface="Times New Roman" panose="02020603050405020304" pitchFamily="18" charset="0"/>
                <a:cs typeface="Times New Roman" panose="02020603050405020304" pitchFamily="18" charset="0"/>
              </a:rPr>
              <a:t>abt</a:t>
            </a:r>
            <a:r>
              <a:rPr lang="en-US" sz="2400" dirty="0">
                <a:latin typeface="Times New Roman" panose="02020603050405020304" pitchFamily="18" charset="0"/>
                <a:cs typeface="Times New Roman" panose="02020603050405020304" pitchFamily="18" charset="0"/>
              </a:rPr>
              <a:t>’, [‘id’=&gt;1, ‘number’=&gt;5])		// </a:t>
            </a:r>
            <a:r>
              <a:rPr lang="en-US" sz="2400" dirty="0" err="1">
                <a:latin typeface="Times New Roman" panose="02020603050405020304" pitchFamily="18" charset="0"/>
                <a:cs typeface="Times New Roman" panose="02020603050405020304" pitchFamily="18" charset="0"/>
              </a:rPr>
              <a:t>abt</a:t>
            </a:r>
            <a:r>
              <a:rPr lang="en-US" sz="2400" dirty="0">
                <a:latin typeface="Times New Roman" panose="02020603050405020304" pitchFamily="18" charset="0"/>
                <a:cs typeface="Times New Roman" panose="02020603050405020304" pitchFamily="18" charset="0"/>
              </a:rPr>
              <a:t>/1/</a:t>
            </a:r>
            <a:r>
              <a:rPr lang="en-US" sz="2400" dirty="0" err="1">
                <a:latin typeface="Times New Roman" panose="02020603050405020304" pitchFamily="18" charset="0"/>
                <a:cs typeface="Times New Roman" panose="02020603050405020304" pitchFamily="18" charset="0"/>
              </a:rPr>
              <a:t>page?number</a:t>
            </a:r>
            <a:r>
              <a:rPr lang="en-US" sz="2400" dirty="0">
                <a:latin typeface="Times New Roman" panose="02020603050405020304" pitchFamily="18" charset="0"/>
                <a:cs typeface="Times New Roman" panose="02020603050405020304" pitchFamily="18" charset="0"/>
              </a:rPr>
              <a:t>=5</a:t>
            </a:r>
          </a:p>
        </p:txBody>
      </p:sp>
    </p:spTree>
    <p:extLst>
      <p:ext uri="{BB962C8B-B14F-4D97-AF65-F5344CB8AC3E}">
        <p14:creationId xmlns:p14="http://schemas.microsoft.com/office/powerpoint/2010/main" val="149951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TotalTime>
  <Words>195</Words>
  <Application>Microsoft Office PowerPoint</Application>
  <PresentationFormat>Widescreen</PresentationFormat>
  <Paragraphs>18</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Times New Roman</vt:lpstr>
      <vt:lpstr>Office Theme</vt:lpstr>
      <vt:lpstr>Named Routes</vt:lpstr>
      <vt:lpstr>Named Routes with Parameter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Install Laravel</dc:title>
  <dc:creator>RK</dc:creator>
  <cp:lastModifiedBy>RK</cp:lastModifiedBy>
  <cp:revision>26</cp:revision>
  <dcterms:created xsi:type="dcterms:W3CDTF">2020-01-16T07:28:28Z</dcterms:created>
  <dcterms:modified xsi:type="dcterms:W3CDTF">2021-03-28T19:46:23Z</dcterms:modified>
</cp:coreProperties>
</file>