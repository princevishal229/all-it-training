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8" r:id="rId3"/>
    <p:sldId id="287" r:id="rId4"/>
    <p:sldId id="286" r:id="rId5"/>
    <p:sldId id="289" r:id="rId6"/>
    <p:sldId id="290" r:id="rId7"/>
    <p:sldId id="293" r:id="rId8"/>
    <p:sldId id="291" r:id="rId9"/>
    <p:sldId id="295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is used to reduce the code redundancy. It also helps to manage the code in more efficient way.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way to create Layout:-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using Component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using Template Inheritance 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using Component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 </a:t>
            </a:r>
          </a:p>
        </p:txBody>
      </p:sp>
    </p:spTree>
    <p:extLst>
      <p:ext uri="{BB962C8B-B14F-4D97-AF65-F5344CB8AC3E}">
        <p14:creationId xmlns:p14="http://schemas.microsoft.com/office/powerpoint/2010/main" val="254080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fr-FR" sz="5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lang="fr-FR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5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fr-FR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err="1">
                <a:cs typeface="Times New Roman" panose="02020603050405020304" pitchFamily="18" charset="0"/>
              </a:rPr>
              <a:t>Create</a:t>
            </a:r>
            <a:r>
              <a:rPr lang="fr-FR" sz="2400" dirty="0">
                <a:cs typeface="Times New Roman" panose="02020603050405020304" pitchFamily="18" charset="0"/>
              </a:rPr>
              <a:t> a </a:t>
            </a:r>
            <a:r>
              <a:rPr lang="fr-FR" sz="2400" dirty="0" err="1">
                <a:cs typeface="Times New Roman" panose="02020603050405020304" pitchFamily="18" charset="0"/>
              </a:rPr>
              <a:t>layout</a:t>
            </a:r>
            <a:r>
              <a:rPr lang="fr-FR" sz="2400" dirty="0">
                <a:cs typeface="Times New Roman" panose="02020603050405020304" pitchFamily="18" charset="0"/>
              </a:rPr>
              <a:t> component</a:t>
            </a:r>
          </a:p>
          <a:p>
            <a:pPr marL="0" indent="0">
              <a:buNone/>
            </a:pPr>
            <a:r>
              <a:rPr lang="en-US" sz="2400" i="1" dirty="0">
                <a:cs typeface="Times New Roman" panose="02020603050405020304" pitchFamily="18" charset="0"/>
              </a:rPr>
              <a:t>resources/views/components/</a:t>
            </a:r>
            <a:r>
              <a:rPr lang="en-US" sz="2400" i="1" dirty="0" err="1">
                <a:cs typeface="Times New Roman" panose="02020603050405020304" pitchFamily="18" charset="0"/>
              </a:rPr>
              <a:t>layout.blade.php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    &lt;</a:t>
            </a:r>
            <a:r>
              <a:rPr lang="fr-FR" sz="2400" dirty="0" err="1">
                <a:cs typeface="Times New Roman" panose="02020603050405020304" pitchFamily="18" charset="0"/>
              </a:rPr>
              <a:t>head</a:t>
            </a:r>
            <a:r>
              <a:rPr lang="fr-FR" sz="2400" dirty="0">
                <a:cs typeface="Times New Roman" panose="02020603050405020304" pitchFamily="18" charset="0"/>
              </a:rPr>
              <a:t>&gt;      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	&lt;</a:t>
            </a:r>
            <a:r>
              <a:rPr lang="fr-FR" sz="2400" dirty="0" err="1">
                <a:cs typeface="Times New Roman" panose="02020603050405020304" pitchFamily="18" charset="0"/>
              </a:rPr>
              <a:t>title</a:t>
            </a:r>
            <a:r>
              <a:rPr lang="fr-FR" sz="2400" dirty="0">
                <a:cs typeface="Times New Roman" panose="02020603050405020304" pitchFamily="18" charset="0"/>
              </a:rPr>
              <a:t>&gt;{{ $</a:t>
            </a:r>
            <a:r>
              <a:rPr lang="fr-FR" sz="2400" dirty="0" err="1">
                <a:cs typeface="Times New Roman" panose="02020603050405020304" pitchFamily="18" charset="0"/>
              </a:rPr>
              <a:t>title</a:t>
            </a:r>
            <a:r>
              <a:rPr lang="fr-FR" sz="2400" dirty="0">
                <a:cs typeface="Times New Roman" panose="02020603050405020304" pitchFamily="18" charset="0"/>
              </a:rPr>
              <a:t> }}&lt;/</a:t>
            </a:r>
            <a:r>
              <a:rPr lang="fr-FR" sz="2400" dirty="0" err="1">
                <a:cs typeface="Times New Roman" panose="02020603050405020304" pitchFamily="18" charset="0"/>
              </a:rPr>
              <a:t>title</a:t>
            </a:r>
            <a:r>
              <a:rPr lang="fr-FR" sz="2400" dirty="0">
                <a:cs typeface="Times New Roman" panose="02020603050405020304" pitchFamily="18" charset="0"/>
              </a:rPr>
              <a:t>&gt;  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    &lt;/</a:t>
            </a:r>
            <a:r>
              <a:rPr lang="fr-FR" sz="2400" dirty="0" err="1">
                <a:cs typeface="Times New Roman" panose="02020603050405020304" pitchFamily="18" charset="0"/>
              </a:rPr>
              <a:t>head</a:t>
            </a:r>
            <a:r>
              <a:rPr lang="fr-FR" sz="2400" dirty="0"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        {{ $slot }}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fr-FR" sz="2400" dirty="0"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855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Layout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4802909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err="1">
                <a:cs typeface="Times New Roman" panose="02020603050405020304" pitchFamily="18" charset="0"/>
              </a:rPr>
              <a:t>Create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blade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view</a:t>
            </a:r>
            <a:r>
              <a:rPr lang="fr-FR" sz="2400" dirty="0">
                <a:cs typeface="Times New Roman" panose="02020603050405020304" pitchFamily="18" charset="0"/>
              </a:rPr>
              <a:t> file </a:t>
            </a:r>
          </a:p>
          <a:p>
            <a:pPr marL="0" indent="0">
              <a:buNone/>
            </a:pPr>
            <a:r>
              <a:rPr lang="en-US" sz="2400" i="1" dirty="0">
                <a:cs typeface="Times New Roman" panose="02020603050405020304" pitchFamily="18" charset="0"/>
              </a:rPr>
              <a:t> resources/views/</a:t>
            </a:r>
            <a:r>
              <a:rPr lang="en-US" sz="2400" i="1" dirty="0" err="1">
                <a:cs typeface="Times New Roman" panose="02020603050405020304" pitchFamily="18" charset="0"/>
              </a:rPr>
              <a:t>home.blade.php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&lt;x-layout&gt;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&lt;x-slot name="title"&gt;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Home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&lt;/x-slot&gt;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&lt;h1&gt;This is Home Page&lt;/h1&gt;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&lt;/x-layout&gt;</a:t>
            </a:r>
            <a:endParaRPr lang="fr-FR" sz="2400" dirty="0"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D132FD-D010-49F7-B22E-4A931AAC5C45}"/>
              </a:ext>
            </a:extLst>
          </p:cNvPr>
          <p:cNvSpPr txBox="1">
            <a:spLocks/>
          </p:cNvSpPr>
          <p:nvPr/>
        </p:nvSpPr>
        <p:spPr>
          <a:xfrm>
            <a:off x="6017491" y="1176805"/>
            <a:ext cx="4802909" cy="5175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 err="1">
                <a:cs typeface="Times New Roman" panose="02020603050405020304" pitchFamily="18" charset="0"/>
              </a:rPr>
              <a:t>Create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blade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view</a:t>
            </a:r>
            <a:r>
              <a:rPr lang="fr-FR" sz="2400" dirty="0">
                <a:cs typeface="Times New Roman" panose="02020603050405020304" pitchFamily="18" charset="0"/>
              </a:rPr>
              <a:t> file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>
                <a:cs typeface="Times New Roman" panose="02020603050405020304" pitchFamily="18" charset="0"/>
              </a:rPr>
              <a:t>resources/views/</a:t>
            </a:r>
            <a:r>
              <a:rPr lang="en-US" sz="2400" i="1" dirty="0" err="1">
                <a:cs typeface="Times New Roman" panose="02020603050405020304" pitchFamily="18" charset="0"/>
              </a:rPr>
              <a:t>contact.blade.php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cs typeface="Times New Roman" panose="02020603050405020304" pitchFamily="18" charset="0"/>
              </a:rPr>
              <a:t>&lt;x-layout&gt;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cs typeface="Times New Roman" panose="02020603050405020304" pitchFamily="18" charset="0"/>
              </a:rPr>
              <a:t>    &lt;x-slot name="title"&gt;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Contact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cs typeface="Times New Roman" panose="02020603050405020304" pitchFamily="18" charset="0"/>
              </a:rPr>
              <a:t>    &lt;/x-slot&gt;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cs typeface="Times New Roman" panose="02020603050405020304" pitchFamily="18" charset="0"/>
              </a:rPr>
              <a:t>     &lt;h1&gt;This is Contact Page&lt;/h1&gt;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cs typeface="Times New Roman" panose="02020603050405020304" pitchFamily="18" charset="0"/>
              </a:rPr>
              <a:t>&lt;/x-layout&gt;</a:t>
            </a:r>
            <a:endParaRPr lang="fr-FR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26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using Template Inheritance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53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fr-FR" sz="5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lang="fr-FR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5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3455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 err="1">
                <a:cs typeface="Times New Roman" panose="02020603050405020304" pitchFamily="18" charset="0"/>
              </a:rPr>
              <a:t>Create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blade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view</a:t>
            </a:r>
            <a:r>
              <a:rPr lang="fr-FR" sz="2400" dirty="0">
                <a:cs typeface="Times New Roman" panose="02020603050405020304" pitchFamily="18" charset="0"/>
              </a:rPr>
              <a:t> file - </a:t>
            </a:r>
            <a:r>
              <a:rPr lang="en-US" sz="2400" i="1" dirty="0">
                <a:cs typeface="Times New Roman" panose="02020603050405020304" pitchFamily="18" charset="0"/>
              </a:rPr>
              <a:t>resources/views/layout/</a:t>
            </a:r>
            <a:r>
              <a:rPr lang="en-US" sz="2400" i="1" dirty="0" err="1">
                <a:cs typeface="Times New Roman" panose="02020603050405020304" pitchFamily="18" charset="0"/>
              </a:rPr>
              <a:t>adminlayout.blade.php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&lt;html </a:t>
            </a:r>
            <a:r>
              <a:rPr lang="en-US" sz="2400" dirty="0" err="1">
                <a:cs typeface="Times New Roman" panose="02020603050405020304" pitchFamily="18" charset="0"/>
              </a:rPr>
              <a:t>lang</a:t>
            </a:r>
            <a:r>
              <a:rPr lang="en-US" sz="2400" dirty="0">
                <a:cs typeface="Times New Roman" panose="02020603050405020304" pitchFamily="18" charset="0"/>
              </a:rPr>
              <a:t>="</a:t>
            </a:r>
            <a:r>
              <a:rPr lang="en-US" sz="2400" dirty="0" err="1">
                <a:cs typeface="Times New Roman" panose="02020603050405020304" pitchFamily="18" charset="0"/>
              </a:rPr>
              <a:t>en</a:t>
            </a:r>
            <a:r>
              <a:rPr lang="en-US" sz="2400" dirty="0"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&lt;head&gt; &lt;title&gt;@yield('title')&lt;/title&gt; &lt;/head&gt;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@yield('page-name')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@yield('banner')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@yield('main')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@section('default-content')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&lt;h4&gt;This is default text from layout&lt;/h4&gt;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@show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&lt;/html&gt;</a:t>
            </a:r>
            <a:endParaRPr lang="fr-FR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1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fr-FR" sz="5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lang="fr-FR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5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@section directive, as the name implies, defines a section of content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@yield directive is used to display the contents of a given section. The @yield directive also accepts a default value as its second parameter. This value will be rendered if the section being yielded is undefined.</a:t>
            </a:r>
          </a:p>
          <a:p>
            <a:r>
              <a:rPr lang="en-US" dirty="0">
                <a:cs typeface="Times New Roman" panose="02020603050405020304" pitchFamily="18" charset="0"/>
              </a:rPr>
              <a:t>The @</a:t>
            </a:r>
            <a:r>
              <a:rPr lang="en-US" dirty="0" err="1">
                <a:cs typeface="Times New Roman" panose="02020603050405020304" pitchFamily="18" charset="0"/>
              </a:rPr>
              <a:t>endsection</a:t>
            </a:r>
            <a:r>
              <a:rPr lang="en-US" dirty="0">
                <a:cs typeface="Times New Roman" panose="02020603050405020304" pitchFamily="18" charset="0"/>
              </a:rPr>
              <a:t> directive will only define a section while @show will define and immediately yield the section.</a:t>
            </a:r>
            <a:endParaRPr lang="fr-FR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06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199" y="1176805"/>
            <a:ext cx="10173855" cy="53994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 err="1">
                <a:cs typeface="Times New Roman" panose="02020603050405020304" pitchFamily="18" charset="0"/>
              </a:rPr>
              <a:t>Create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blade</a:t>
            </a:r>
            <a:r>
              <a:rPr lang="fr-FR" sz="2400" dirty="0"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cs typeface="Times New Roman" panose="02020603050405020304" pitchFamily="18" charset="0"/>
              </a:rPr>
              <a:t>view</a:t>
            </a:r>
            <a:r>
              <a:rPr lang="fr-FR" sz="2400" dirty="0">
                <a:cs typeface="Times New Roman" panose="02020603050405020304" pitchFamily="18" charset="0"/>
              </a:rPr>
              <a:t> file - </a:t>
            </a:r>
            <a:r>
              <a:rPr lang="en-US" sz="2400" i="1" dirty="0">
                <a:cs typeface="Times New Roman" panose="02020603050405020304" pitchFamily="18" charset="0"/>
              </a:rPr>
              <a:t> resources/views/</a:t>
            </a:r>
            <a:r>
              <a:rPr lang="en-US" sz="2400" i="1" dirty="0" err="1">
                <a:cs typeface="Times New Roman" panose="02020603050405020304" pitchFamily="18" charset="0"/>
              </a:rPr>
              <a:t>home.blade.php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@extends('</a:t>
            </a:r>
            <a:r>
              <a:rPr lang="en-US" sz="2400" dirty="0" err="1">
                <a:cs typeface="Times New Roman" panose="02020603050405020304" pitchFamily="18" charset="0"/>
              </a:rPr>
              <a:t>layout.adminlayout</a:t>
            </a:r>
            <a:r>
              <a:rPr lang="en-US" sz="2400" dirty="0"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@section('title', 'Home')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@section('page-name’) &lt;h1&gt;Home Page&lt;/h1&gt; @</a:t>
            </a:r>
            <a:r>
              <a:rPr lang="en-US" sz="2400" dirty="0" err="1">
                <a:cs typeface="Times New Roman" panose="02020603050405020304" pitchFamily="18" charset="0"/>
              </a:rPr>
              <a:t>endsection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@section('banner') &lt;h2&gt;This is Home Page Banner&lt;/h2&gt; @</a:t>
            </a:r>
            <a:r>
              <a:rPr lang="en-US" sz="2400" dirty="0" err="1">
                <a:cs typeface="Times New Roman" panose="02020603050405020304" pitchFamily="18" charset="0"/>
              </a:rPr>
              <a:t>endsection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@section('main') &lt;h2&gt;This is Home Page Main Content&lt;/h2&gt; @</a:t>
            </a:r>
            <a:r>
              <a:rPr lang="en-US" sz="2400" dirty="0" err="1">
                <a:cs typeface="Times New Roman" panose="02020603050405020304" pitchFamily="18" charset="0"/>
              </a:rPr>
              <a:t>endsection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@section('default-content’)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@parent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&lt;h4&gt;This is Home Page text </a:t>
            </a:r>
            <a:r>
              <a:rPr lang="en-US" sz="2400" dirty="0" err="1">
                <a:cs typeface="Times New Roman" panose="02020603050405020304" pitchFamily="18" charset="0"/>
              </a:rPr>
              <a:t>text</a:t>
            </a:r>
            <a:r>
              <a:rPr lang="en-US" sz="2400" dirty="0">
                <a:cs typeface="Times New Roman" panose="02020603050405020304" pitchFamily="18" charset="0"/>
              </a:rPr>
              <a:t> &lt;/h4&gt;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cs typeface="Times New Roman" panose="02020603050405020304" pitchFamily="18" charset="0"/>
              </a:rPr>
              <a:t>endsection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endParaRPr lang="fr-FR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13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199" y="1176805"/>
            <a:ext cx="10173855" cy="53994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 err="1">
                <a:cs typeface="Times New Roman" panose="02020603050405020304" pitchFamily="18" charset="0"/>
              </a:rPr>
              <a:t>Create</a:t>
            </a:r>
            <a:r>
              <a:rPr lang="fr-FR" dirty="0">
                <a:cs typeface="Times New Roman" panose="02020603050405020304" pitchFamily="18" charset="0"/>
              </a:rPr>
              <a:t> </a:t>
            </a:r>
            <a:r>
              <a:rPr lang="fr-FR" dirty="0" err="1">
                <a:cs typeface="Times New Roman" panose="02020603050405020304" pitchFamily="18" charset="0"/>
              </a:rPr>
              <a:t>blade</a:t>
            </a:r>
            <a:r>
              <a:rPr lang="fr-FR" dirty="0">
                <a:cs typeface="Times New Roman" panose="02020603050405020304" pitchFamily="18" charset="0"/>
              </a:rPr>
              <a:t> </a:t>
            </a:r>
            <a:r>
              <a:rPr lang="fr-FR" dirty="0" err="1">
                <a:cs typeface="Times New Roman" panose="02020603050405020304" pitchFamily="18" charset="0"/>
              </a:rPr>
              <a:t>view</a:t>
            </a:r>
            <a:r>
              <a:rPr lang="fr-FR" dirty="0">
                <a:cs typeface="Times New Roman" panose="02020603050405020304" pitchFamily="18" charset="0"/>
              </a:rPr>
              <a:t> file - </a:t>
            </a:r>
            <a:r>
              <a:rPr lang="en-US" i="1" dirty="0">
                <a:cs typeface="Times New Roman" panose="02020603050405020304" pitchFamily="18" charset="0"/>
              </a:rPr>
              <a:t>resources/views/</a:t>
            </a:r>
            <a:r>
              <a:rPr lang="en-US" i="1" dirty="0" err="1">
                <a:cs typeface="Times New Roman" panose="02020603050405020304" pitchFamily="18" charset="0"/>
              </a:rPr>
              <a:t>contact.blade.php</a:t>
            </a:r>
            <a:endParaRPr lang="en-US" i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@extends('</a:t>
            </a:r>
            <a:r>
              <a:rPr lang="en-US" dirty="0" err="1">
                <a:cs typeface="Times New Roman" panose="02020603050405020304" pitchFamily="18" charset="0"/>
              </a:rPr>
              <a:t>layout.adminlayout</a:t>
            </a:r>
            <a:r>
              <a:rPr lang="en-US" dirty="0"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@section('title', 'Contact')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@section('page-name’) &lt;h1&gt;Contact Page&lt;/h1&gt; @</a:t>
            </a:r>
            <a:r>
              <a:rPr lang="en-US" dirty="0" err="1">
                <a:cs typeface="Times New Roman" panose="02020603050405020304" pitchFamily="18" charset="0"/>
              </a:rPr>
              <a:t>endsection</a:t>
            </a: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@section('banner’)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&lt;h2&gt;This is Contact Page Banner&lt;/h2&gt;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endsection</a:t>
            </a: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@section('main’)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&lt;h2&gt;This is Contact Page Main Content&lt;/h2&gt;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endsection</a:t>
            </a:r>
            <a:endParaRPr lang="fr-FR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6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Layout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@extends Blade directive to specify which layout the child view should "inherit".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which extend a Blade layout may inject content into the layout's sections using @section directives.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sections will be displayed in the layout using @yield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@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 will only define a section while @show will define and immediately yield the section.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@parent directive to append (rather than overwriting) content to the layout. The @parent directive will be replaced by the content of the layout when the view is rendered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3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624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Layout</vt:lpstr>
      <vt:lpstr>Layout using Component</vt:lpstr>
      <vt:lpstr>Defining Layout Component</vt:lpstr>
      <vt:lpstr>Applying Layout Component</vt:lpstr>
      <vt:lpstr>Layout using Template Inheritance</vt:lpstr>
      <vt:lpstr>Defining Layout</vt:lpstr>
      <vt:lpstr>Defining Layout</vt:lpstr>
      <vt:lpstr>Extending Layout</vt:lpstr>
      <vt:lpstr>Extending Layout</vt:lpstr>
      <vt:lpstr>Extending Layout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211</cp:revision>
  <dcterms:created xsi:type="dcterms:W3CDTF">2020-01-16T07:28:28Z</dcterms:created>
  <dcterms:modified xsi:type="dcterms:W3CDTF">2021-03-26T18:07:36Z</dcterms:modified>
</cp:coreProperties>
</file>