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6" r:id="rId3"/>
    <p:sldId id="264" r:id="rId4"/>
    <p:sldId id="265" r:id="rId5"/>
    <p:sldId id="272" r:id="rId6"/>
    <p:sldId id="273" r:id="rId7"/>
    <p:sldId id="267" r:id="rId8"/>
    <p:sldId id="26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73747-FC3D-4845-9D6F-3864DDF153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DAD452-3859-49FA-A65F-43ECFB2F05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79D34-A8DC-4B22-944E-5B81CCEA2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FF788-DE0F-49C3-BCB8-464A8D18D93D}" type="datetimeFigureOut">
              <a:rPr lang="en-US" smtClean="0"/>
              <a:t>1/16/2020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5288C-20E7-4F22-8ED3-D26F88105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CB6CA-6078-434C-9007-EB9AE8249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0203B-15F2-4BFF-A3A0-C7998B772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434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1FCD5-5601-4C45-8C96-127B33A22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03E7C-503C-4630-B98B-711A15A9F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13D41-C00E-4704-9D7F-14060E582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FF788-DE0F-49C3-BCB8-464A8D18D93D}" type="datetimeFigureOut">
              <a:rPr lang="en-US" smtClean="0"/>
              <a:t>1/16/2020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CE90F-DE66-4F03-8C8E-87E1A3618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18888-10DA-495F-8819-75DB14650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0203B-15F2-4BFF-A3A0-C7998B772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868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117E4-F973-4E22-9401-EC8F1554A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C13ECA-0027-478E-AF69-F6B8784E10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5AB19-02D7-4273-87F5-4BBC42B7F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FF788-DE0F-49C3-BCB8-464A8D18D93D}" type="datetimeFigureOut">
              <a:rPr lang="en-US" smtClean="0"/>
              <a:t>1/16/2020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61171D-4844-4815-A5AF-4792AE06C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21F96-C9D0-4F76-A42D-CBD936240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0203B-15F2-4BFF-A3A0-C7998B772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728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73856-5377-4134-8938-37B7AD018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596DC-BD59-4E8C-BB6D-934A78654F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C3E0F6-A7F2-4554-94B8-386C577D52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B683ED-7578-4AB3-A905-CBB25C969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FF788-DE0F-49C3-BCB8-464A8D18D93D}" type="datetimeFigureOut">
              <a:rPr lang="en-US" smtClean="0"/>
              <a:t>1/16/2020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9A743B-F440-4C6C-8B37-D6BE7B656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0ADE65-267B-4DA1-AE8D-187694C40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0203B-15F2-4BFF-A3A0-C7998B772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995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73D37-DB96-43B8-B455-EF79C688B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0FB1D1-C0AD-4494-A7DD-D12536DB58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30FB07-B026-4DBD-91A8-981D88929D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099DA2-7C6E-4E97-8EDB-3ED23B8247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328B6A-ACA3-4824-81F2-92DCE0D96C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F5A6E9-9A86-46ED-B654-938279A10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FF788-DE0F-49C3-BCB8-464A8D18D93D}" type="datetimeFigureOut">
              <a:rPr lang="en-US" smtClean="0"/>
              <a:t>1/16/2020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9E9619-014A-4557-83B2-6D2A11659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D0ACFA-90C8-41F9-A783-D1E97E21F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0203B-15F2-4BFF-A3A0-C7998B772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553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3EF75-59A8-4981-8D08-EAC899040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B36226-5829-4C0F-8F3C-6E3D1CB5D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FF788-DE0F-49C3-BCB8-464A8D18D93D}" type="datetimeFigureOut">
              <a:rPr lang="en-US" smtClean="0"/>
              <a:t>1/16/2020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9B55F7-B8E9-4757-885A-25358C835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1E3CC9-5A5B-4518-BC41-8C8C9C781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0203B-15F2-4BFF-A3A0-C7998B772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185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391ADC-1743-4FF4-910F-879A4E74D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FF788-DE0F-49C3-BCB8-464A8D18D93D}" type="datetimeFigureOut">
              <a:rPr lang="en-US" smtClean="0"/>
              <a:t>1/16/2020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7137CA-1E8E-4AB1-9E85-25BF7FF01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8062AD-4B50-4028-BEDB-9223D093B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0203B-15F2-4BFF-A3A0-C7998B772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241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CE312-0D3A-45DC-A210-CC35AB357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EB189-66E0-42ED-9587-01D0CAB2C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A7C299-345A-40B5-B333-B84FCD06C8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429FBE-F3C1-428C-A7E5-071E2E825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FF788-DE0F-49C3-BCB8-464A8D18D93D}" type="datetimeFigureOut">
              <a:rPr lang="en-US" smtClean="0"/>
              <a:t>1/16/2020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902157-C03F-4537-B66F-B4793B19E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AC0AAF-EBF4-43C6-82C1-E72880C41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0203B-15F2-4BFF-A3A0-C7998B772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888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43D8E-F56E-4704-AEE6-0A143090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1C8DD9-3D68-4BF2-85F1-F2481A34B6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B6E729-324D-497D-98C6-E22FC36E5C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0FC191-ED49-487C-B7A9-8D98B062B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FF788-DE0F-49C3-BCB8-464A8D18D93D}" type="datetimeFigureOut">
              <a:rPr lang="en-US" smtClean="0"/>
              <a:t>1/16/2020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29449D-7C82-4D5D-BB25-FC5262604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F8C731-CBC3-41D0-B755-BA97A5F8D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0203B-15F2-4BFF-A3A0-C7998B772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077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A51C2-B2C9-4C04-A9E5-4B99894B8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CBB7F9-606C-4079-83CE-1643CDFB1A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81624-F1B0-483C-8C8D-6F217B66B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FF788-DE0F-49C3-BCB8-464A8D18D93D}" type="datetimeFigureOut">
              <a:rPr lang="en-US" smtClean="0"/>
              <a:t>1/16/2020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FAFA0-5DF2-4BE1-8F7C-00FB274A6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C11D7-B25B-43FC-9BBC-F12AFDD9E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0203B-15F2-4BFF-A3A0-C7998B772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796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59E80B-E2C1-404D-984C-64D3CDFAFE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23C126-A2FB-4B71-9820-DBF56AD6F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94B37-396A-40FF-AAC7-CDFF0DD34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FF788-DE0F-49C3-BCB8-464A8D18D93D}" type="datetimeFigureOut">
              <a:rPr lang="en-US" smtClean="0"/>
              <a:t>1/16/2020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3EB96-EDA2-492B-9DEF-7F98965EE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955D0-B19A-45FB-8880-E99F488E6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0203B-15F2-4BFF-A3A0-C7998B772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19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4A3948-966D-485F-A9D7-2182788BA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33722-5092-42DC-B747-4B54E89914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7AA5F-27E9-4AAA-A5DF-B8E463B44C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5FF788-DE0F-49C3-BCB8-464A8D18D93D}" type="datetimeFigureOut">
              <a:rPr lang="en-US" smtClean="0"/>
              <a:t>1/16/2020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D9D343-235D-4F79-891D-93AE0FF361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3466DB-2618-4F0B-8A60-DD1D3F5A53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60203B-15F2-4BFF-A3A0-C7998B772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659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View Controller (MVC)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MVC is an architectural pattern that separates an application into three main logical components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of these component has their own role in a Project.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MVC model was first introduced in 1987 in the Smalltalk programming language.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than 80% of all web app frameworks rely on the Model View Controller architecture.</a:t>
            </a:r>
          </a:p>
        </p:txBody>
      </p:sp>
    </p:spTree>
    <p:extLst>
      <p:ext uri="{BB962C8B-B14F-4D97-AF65-F5344CB8AC3E}">
        <p14:creationId xmlns:p14="http://schemas.microsoft.com/office/powerpoint/2010/main" val="964635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is responsible for getting data from a database, packaging it in data objects that can be understood by other components, and delivering those objects, most of which will happen in response to input from the controller.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5915A1-29C9-40E8-80C1-BDEA448507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00" y="2795828"/>
            <a:ext cx="3113067" cy="2719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228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represents how data should be presented to the application user. User can read or write the data from view.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Basically it is responsible for showing end user content, we can say it is user interface.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may consists of HTML, CSS, JS.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71EA82-E6F6-449B-81C1-D6AF3A205A2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817"/>
          <a:stretch/>
        </p:blipFill>
        <p:spPr>
          <a:xfrm>
            <a:off x="812800" y="3327400"/>
            <a:ext cx="3149600" cy="273807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C46C68-2BB2-43D4-9461-CE17E96BE55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481"/>
          <a:stretch/>
        </p:blipFill>
        <p:spPr>
          <a:xfrm>
            <a:off x="4470401" y="3375637"/>
            <a:ext cx="3433471" cy="26416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260332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can send request by interacting with view, the controller handles these requests and sends to Model then get appropriate response from the Model, sends response to View.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may also have required logics.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works as a mediator between View and Model.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E940FE-E7E7-4AF1-9827-697613EA6F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3455639"/>
            <a:ext cx="4064000" cy="2698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451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>
            <a:extLst>
              <a:ext uri="{FF2B5EF4-FFF2-40B4-BE49-F238E27FC236}">
                <a16:creationId xmlns:a16="http://schemas.microsoft.com/office/drawing/2014/main" id="{455B97DA-F728-4AEA-828A-5BBC68C5FFD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96" r="30903"/>
          <a:stretch/>
        </p:blipFill>
        <p:spPr>
          <a:xfrm flipH="1">
            <a:off x="4881600" y="717160"/>
            <a:ext cx="1214401" cy="1975917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6E8E30EC-9295-4D10-9F86-D8AD65ED5C53}"/>
              </a:ext>
            </a:extLst>
          </p:cNvPr>
          <p:cNvSpPr txBox="1"/>
          <p:nvPr/>
        </p:nvSpPr>
        <p:spPr>
          <a:xfrm>
            <a:off x="9790090" y="3170549"/>
            <a:ext cx="19872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Vegetables 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E20CB3A-6E85-4E1D-A7D9-BD1288651A04}"/>
              </a:ext>
            </a:extLst>
          </p:cNvPr>
          <p:cNvSpPr txBox="1"/>
          <p:nvPr/>
        </p:nvSpPr>
        <p:spPr>
          <a:xfrm>
            <a:off x="1449865" y="4074885"/>
            <a:ext cx="19976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Food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Eat Food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order for food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F40200D-7A81-4286-8FD1-E2D3F9693AFA}"/>
              </a:ext>
            </a:extLst>
          </p:cNvPr>
          <p:cNvSpPr txBox="1"/>
          <p:nvPr/>
        </p:nvSpPr>
        <p:spPr>
          <a:xfrm>
            <a:off x="6266508" y="866461"/>
            <a:ext cx="249780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Order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 Order info to Cook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 Food from Cook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 to Customer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969AC689-C828-46E3-BE43-2EAA5541904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29" t="17399" r="2027" b="34547"/>
          <a:stretch/>
        </p:blipFill>
        <p:spPr>
          <a:xfrm flipH="1">
            <a:off x="1003906" y="2275118"/>
            <a:ext cx="2087753" cy="1799767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4C54C618-B579-4BFB-914E-A328CC9C670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296" y="1974458"/>
            <a:ext cx="1424096" cy="2392183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1D358BD-A2BF-41AD-BB34-BAC7004AE72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6400" y="4510548"/>
            <a:ext cx="2235200" cy="1487805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AB09BAE9-1156-4EFD-910E-8EFD24F19FA5}"/>
              </a:ext>
            </a:extLst>
          </p:cNvPr>
          <p:cNvSpPr txBox="1"/>
          <p:nvPr/>
        </p:nvSpPr>
        <p:spPr>
          <a:xfrm>
            <a:off x="7444340" y="3232104"/>
            <a:ext cx="10150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Model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30CF1BD-6D0D-437F-93A3-E0EB19EF253D}"/>
              </a:ext>
            </a:extLst>
          </p:cNvPr>
          <p:cNvSpPr txBox="1"/>
          <p:nvPr/>
        </p:nvSpPr>
        <p:spPr>
          <a:xfrm>
            <a:off x="4726710" y="2514601"/>
            <a:ext cx="14684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Controller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4DEBCD6-D736-467C-85EC-223730C5B5D4}"/>
              </a:ext>
            </a:extLst>
          </p:cNvPr>
          <p:cNvSpPr txBox="1"/>
          <p:nvPr/>
        </p:nvSpPr>
        <p:spPr>
          <a:xfrm>
            <a:off x="2051311" y="2290674"/>
            <a:ext cx="8259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View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F2C3E9F-1783-48F1-A4EB-26F9FF364CA3}"/>
              </a:ext>
            </a:extLst>
          </p:cNvPr>
          <p:cNvSpPr txBox="1"/>
          <p:nvPr/>
        </p:nvSpPr>
        <p:spPr>
          <a:xfrm>
            <a:off x="10246732" y="5008230"/>
            <a:ext cx="784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3997129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iley Face 3">
            <a:extLst>
              <a:ext uri="{FF2B5EF4-FFF2-40B4-BE49-F238E27FC236}">
                <a16:creationId xmlns:a16="http://schemas.microsoft.com/office/drawing/2014/main" id="{12C3BC46-6BF7-4163-8FE5-F7408B397277}"/>
              </a:ext>
            </a:extLst>
          </p:cNvPr>
          <p:cNvSpPr/>
          <p:nvPr/>
        </p:nvSpPr>
        <p:spPr>
          <a:xfrm>
            <a:off x="406400" y="2796641"/>
            <a:ext cx="812800" cy="812800"/>
          </a:xfrm>
          <a:prstGeom prst="smileyFac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462EEA3-2AE9-40AC-A386-FA7C0AA39896}"/>
              </a:ext>
            </a:extLst>
          </p:cNvPr>
          <p:cNvSpPr/>
          <p:nvPr/>
        </p:nvSpPr>
        <p:spPr>
          <a:xfrm>
            <a:off x="2387600" y="2949041"/>
            <a:ext cx="1320800" cy="508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Routing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D73C8B3-8791-40A0-B723-6B464B8D446F}"/>
              </a:ext>
            </a:extLst>
          </p:cNvPr>
          <p:cNvSpPr/>
          <p:nvPr/>
        </p:nvSpPr>
        <p:spPr>
          <a:xfrm>
            <a:off x="4978400" y="1272641"/>
            <a:ext cx="1524000" cy="142240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Controller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9775D95-AA6D-445A-9B10-68EAFCD6F618}"/>
              </a:ext>
            </a:extLst>
          </p:cNvPr>
          <p:cNvSpPr/>
          <p:nvPr/>
        </p:nvSpPr>
        <p:spPr>
          <a:xfrm>
            <a:off x="3023220" y="3805829"/>
            <a:ext cx="1524000" cy="1422400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67" dirty="0"/>
              <a:t>View</a:t>
            </a:r>
            <a:endParaRPr lang="en-US" sz="16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FB4540D-C85C-451F-A233-B51BBAB0FA5E}"/>
              </a:ext>
            </a:extLst>
          </p:cNvPr>
          <p:cNvSpPr/>
          <p:nvPr/>
        </p:nvSpPr>
        <p:spPr>
          <a:xfrm>
            <a:off x="8323744" y="2465368"/>
            <a:ext cx="1524000" cy="14224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67" dirty="0"/>
              <a:t>Model</a:t>
            </a:r>
            <a:endParaRPr lang="en-US" sz="1600" dirty="0"/>
          </a:p>
        </p:txBody>
      </p:sp>
      <p:sp>
        <p:nvSpPr>
          <p:cNvPr id="9" name="Cylinder 8">
            <a:extLst>
              <a:ext uri="{FF2B5EF4-FFF2-40B4-BE49-F238E27FC236}">
                <a16:creationId xmlns:a16="http://schemas.microsoft.com/office/drawing/2014/main" id="{BB274943-5925-4A5E-B014-31FCF5BE1D11}"/>
              </a:ext>
            </a:extLst>
          </p:cNvPr>
          <p:cNvSpPr/>
          <p:nvPr/>
        </p:nvSpPr>
        <p:spPr>
          <a:xfrm>
            <a:off x="8577744" y="4852968"/>
            <a:ext cx="1016000" cy="1320800"/>
          </a:xfrm>
          <a:prstGeom prst="ca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Database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D9DF2E2-1258-436B-80A8-C439A569E774}"/>
              </a:ext>
            </a:extLst>
          </p:cNvPr>
          <p:cNvCxnSpPr>
            <a:stCxn id="4" idx="6"/>
            <a:endCxn id="5" idx="1"/>
          </p:cNvCxnSpPr>
          <p:nvPr/>
        </p:nvCxnSpPr>
        <p:spPr>
          <a:xfrm>
            <a:off x="1219200" y="3203041"/>
            <a:ext cx="116840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DBF021D1-0ADA-4F18-AFAA-86E59FF3933F}"/>
              </a:ext>
            </a:extLst>
          </p:cNvPr>
          <p:cNvCxnSpPr>
            <a:stCxn id="5" idx="0"/>
            <a:endCxn id="6" idx="2"/>
          </p:cNvCxnSpPr>
          <p:nvPr/>
        </p:nvCxnSpPr>
        <p:spPr>
          <a:xfrm rot="5400000" flipH="1" flipV="1">
            <a:off x="3530600" y="1501241"/>
            <a:ext cx="965200" cy="1930400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2858AC35-B993-43BB-8DC9-BBF5CDC161FA}"/>
              </a:ext>
            </a:extLst>
          </p:cNvPr>
          <p:cNvCxnSpPr>
            <a:stCxn id="6" idx="6"/>
            <a:endCxn id="8" idx="0"/>
          </p:cNvCxnSpPr>
          <p:nvPr/>
        </p:nvCxnSpPr>
        <p:spPr>
          <a:xfrm>
            <a:off x="6502400" y="1983842"/>
            <a:ext cx="2583344" cy="481527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3835842-304E-43D1-BDDF-E0770DBBF8DF}"/>
              </a:ext>
            </a:extLst>
          </p:cNvPr>
          <p:cNvCxnSpPr>
            <a:cxnSpLocks/>
            <a:stCxn id="8" idx="2"/>
          </p:cNvCxnSpPr>
          <p:nvPr/>
        </p:nvCxnSpPr>
        <p:spPr>
          <a:xfrm flipH="1" flipV="1">
            <a:off x="5892800" y="3152242"/>
            <a:ext cx="2430944" cy="2432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F44F8AB-6E9B-4E71-B161-F16553E752FE}"/>
              </a:ext>
            </a:extLst>
          </p:cNvPr>
          <p:cNvCxnSpPr/>
          <p:nvPr/>
        </p:nvCxnSpPr>
        <p:spPr>
          <a:xfrm flipV="1">
            <a:off x="5892800" y="2695041"/>
            <a:ext cx="0" cy="4572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889C59A-D434-4D26-A9CF-090498620F4E}"/>
              </a:ext>
            </a:extLst>
          </p:cNvPr>
          <p:cNvCxnSpPr/>
          <p:nvPr/>
        </p:nvCxnSpPr>
        <p:spPr>
          <a:xfrm>
            <a:off x="9339744" y="3836970"/>
            <a:ext cx="0" cy="10159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E12589A-552E-482B-ADE9-BA5E99811CC1}"/>
              </a:ext>
            </a:extLst>
          </p:cNvPr>
          <p:cNvCxnSpPr/>
          <p:nvPr/>
        </p:nvCxnSpPr>
        <p:spPr>
          <a:xfrm>
            <a:off x="8831744" y="3836970"/>
            <a:ext cx="0" cy="1015999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595BA443-703A-4B19-BC41-52F32B8D09BE}"/>
              </a:ext>
            </a:extLst>
          </p:cNvPr>
          <p:cNvCxnSpPr>
            <a:stCxn id="7" idx="2"/>
            <a:endCxn id="4" idx="4"/>
          </p:cNvCxnSpPr>
          <p:nvPr/>
        </p:nvCxnSpPr>
        <p:spPr>
          <a:xfrm rot="10800000">
            <a:off x="812802" y="3609443"/>
            <a:ext cx="2210420" cy="907588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E8E30EC-9295-4D10-9F86-D8AD65ED5C53}"/>
              </a:ext>
            </a:extLst>
          </p:cNvPr>
          <p:cNvSpPr txBox="1"/>
          <p:nvPr/>
        </p:nvSpPr>
        <p:spPr>
          <a:xfrm>
            <a:off x="9611091" y="1841046"/>
            <a:ext cx="231954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Data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Insert/Update DB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Communicate with Controller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E20CB3A-6E85-4E1D-A7D9-BD1288651A04}"/>
              </a:ext>
            </a:extLst>
          </p:cNvPr>
          <p:cNvSpPr txBox="1"/>
          <p:nvPr/>
        </p:nvSpPr>
        <p:spPr>
          <a:xfrm>
            <a:off x="2415305" y="5243265"/>
            <a:ext cx="250100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HTML/CSS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Data from Controller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F40200D-7A81-4286-8FD1-E2D3F9693AFA}"/>
              </a:ext>
            </a:extLst>
          </p:cNvPr>
          <p:cNvSpPr txBox="1"/>
          <p:nvPr/>
        </p:nvSpPr>
        <p:spPr>
          <a:xfrm>
            <a:off x="6371659" y="104680"/>
            <a:ext cx="222689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Side Logic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GET/POST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data from User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 data to Model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Gets data from Model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 data to View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FBBE3B8D-DD05-47C0-8F28-78479F95B39D}"/>
              </a:ext>
            </a:extLst>
          </p:cNvPr>
          <p:cNvCxnSpPr>
            <a:stCxn id="6" idx="4"/>
            <a:endCxn id="7" idx="6"/>
          </p:cNvCxnSpPr>
          <p:nvPr/>
        </p:nvCxnSpPr>
        <p:spPr>
          <a:xfrm rot="5400000">
            <a:off x="4232818" y="3009446"/>
            <a:ext cx="1821988" cy="1193180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2031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36" grpId="0" build="p" bldLvl="5"/>
      <p:bldP spid="37" grpId="0" build="p" bldLvl="5"/>
      <p:bldP spid="38" grpId="0" build="p" bldLvl="5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use MVC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Organized Code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Block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the complexity of web applications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Maintain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modify</a:t>
            </a:r>
          </a:p>
        </p:txBody>
      </p:sp>
    </p:spTree>
    <p:extLst>
      <p:ext uri="{BB962C8B-B14F-4D97-AF65-F5344CB8AC3E}">
        <p14:creationId xmlns:p14="http://schemas.microsoft.com/office/powerpoint/2010/main" val="608037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5283200"/>
          </a:xfrm>
        </p:spPr>
        <p:txBody>
          <a:bodyPr>
            <a:normAutofit/>
          </a:bodyPr>
          <a:lstStyle/>
          <a:p>
            <a:r>
              <a:rPr lang="en-US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Assets</a:t>
            </a:r>
          </a:p>
          <a:p>
            <a:pPr lvl="1"/>
            <a:r>
              <a:rPr lang="en-US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</a:p>
          <a:p>
            <a:pPr lvl="1"/>
            <a:r>
              <a:rPr lang="en-US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</a:t>
            </a:r>
          </a:p>
          <a:p>
            <a:pPr lvl="1"/>
            <a:r>
              <a:rPr lang="en-US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</a:t>
            </a:r>
          </a:p>
          <a:p>
            <a:r>
              <a:rPr lang="en-US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</a:t>
            </a:r>
          </a:p>
          <a:p>
            <a:pPr lvl="1"/>
            <a:r>
              <a:rPr lang="en-US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Config File</a:t>
            </a:r>
          </a:p>
          <a:p>
            <a:r>
              <a:rPr lang="en-US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Controllers</a:t>
            </a:r>
          </a:p>
          <a:p>
            <a:r>
              <a:rPr lang="en-US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</a:p>
          <a:p>
            <a:r>
              <a:rPr lang="en-US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Views</a:t>
            </a:r>
          </a:p>
        </p:txBody>
      </p:sp>
    </p:spTree>
    <p:extLst>
      <p:ext uri="{BB962C8B-B14F-4D97-AF65-F5344CB8AC3E}">
        <p14:creationId xmlns:p14="http://schemas.microsoft.com/office/powerpoint/2010/main" val="3636479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5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321</Words>
  <Application>Microsoft Office PowerPoint</Application>
  <PresentationFormat>Widescreen</PresentationFormat>
  <Paragraphs>61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Model View Controller (MVC)</vt:lpstr>
      <vt:lpstr>Model</vt:lpstr>
      <vt:lpstr>View</vt:lpstr>
      <vt:lpstr>Controller</vt:lpstr>
      <vt:lpstr>PowerPoint Presentation</vt:lpstr>
      <vt:lpstr>PowerPoint Presentation</vt:lpstr>
      <vt:lpstr>Why use MVC</vt:lpstr>
      <vt:lpstr>Basic Structure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 View Controller (MVC)</dc:title>
  <dc:creator>RK</dc:creator>
  <cp:lastModifiedBy>RK</cp:lastModifiedBy>
  <cp:revision>1</cp:revision>
  <dcterms:created xsi:type="dcterms:W3CDTF">2020-01-16T07:27:06Z</dcterms:created>
  <dcterms:modified xsi:type="dcterms:W3CDTF">2020-01-16T07:27:47Z</dcterms:modified>
</cp:coreProperties>
</file>