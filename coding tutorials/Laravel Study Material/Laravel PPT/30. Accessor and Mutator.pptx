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2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accessor transforms an Eloquent attribute value when it is accessed.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an accessor, create a get{Attribute}Attribute method on your model where {Attribute} is the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cased name of the column you wish to access.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2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mutator transforms an Eloquent attribute value when it is set.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a mutator, define a set{Attribute}Attribute method on your model where {Attribute} is the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cased name of the column you wish to access.</a:t>
            </a:r>
          </a:p>
        </p:txBody>
      </p:sp>
    </p:spTree>
    <p:extLst>
      <p:ext uri="{BB962C8B-B14F-4D97-AF65-F5344CB8AC3E}">
        <p14:creationId xmlns:p14="http://schemas.microsoft.com/office/powerpoint/2010/main" val="32018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96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Accessor</vt:lpstr>
      <vt:lpstr>Mutator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65</cp:revision>
  <dcterms:created xsi:type="dcterms:W3CDTF">2020-01-16T07:28:28Z</dcterms:created>
  <dcterms:modified xsi:type="dcterms:W3CDTF">2021-04-20T14:30:57Z</dcterms:modified>
</cp:coreProperties>
</file>