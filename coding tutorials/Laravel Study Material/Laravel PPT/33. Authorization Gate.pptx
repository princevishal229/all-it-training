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7" r:id="rId3"/>
    <p:sldId id="278" r:id="rId4"/>
    <p:sldId id="286" r:id="rId5"/>
    <p:sldId id="279" r:id="rId6"/>
    <p:sldId id="287" r:id="rId7"/>
    <p:sldId id="288" r:id="rId8"/>
    <p:sldId id="289" r:id="rId9"/>
    <p:sldId id="280" r:id="rId10"/>
    <p:sldId id="281" r:id="rId11"/>
    <p:sldId id="282" r:id="rId12"/>
    <p:sldId id="283" r:id="rId13"/>
    <p:sldId id="284" r:id="rId14"/>
    <p:sldId id="28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3F35-3C31-4FCC-B762-8FA83DB94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11F85-AF32-484E-B7DE-BAD2167DF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7C33E-110C-43CE-8805-5FD96AF6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E970A-36AA-461D-BFF5-A7073A89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24AC1-CF3D-4264-B44C-4AC3694E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53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D500-4B8D-424C-8E02-B591E74E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130C-93BE-4086-A02D-A4D7DF5A4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33FFA-4982-4138-A83F-360E42BC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0961-FF6B-4014-ABD0-D5234556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84993-0B9F-4D18-A786-A001E481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9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AFEF-9148-490C-A07D-66025A38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19A05-8FC1-4F08-A6DF-48B5588EC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C234-7D79-4017-A28E-009351AF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9164-4C4A-4127-B3F2-BB08C834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D9619-5D24-4157-A6FD-5834D0A2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1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1FB17-9AD1-4F3B-AA4E-56593842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4D886-9A3F-42F3-AB90-9B4FCED53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4B41A-A242-49E8-8BC4-FCD743948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A4D90-D5C8-487E-B4C9-B9DE8D59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AE19E-19C8-4D55-9148-C3B99134A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66303-18AD-4792-A099-E495F2C5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8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7564-7E6D-44C1-8EAE-6A4E965C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3F7CD-9F80-48DE-AC2D-8C68C18BC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FAB47-FABF-4808-B75D-EE89F7DDC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02129-2ED0-4522-9D50-7E1E31732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CDBFA-5E0F-4440-971C-EA63B0838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05AA4-F250-48C7-A79B-B9159994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781D2-D5BD-480F-BB83-53C263FB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12F3E-3AE8-47A7-BA0C-210DE2BE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7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CDEC-80DD-44FD-87ED-767C2FA3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92CCD-4B75-45FB-98A6-73587375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243F9-A523-4595-950A-A86EFB8D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8C2E0-2E4D-4B36-979D-F237542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8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46FD8-EC6C-42A7-98E1-FC56EEE8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0800C-B826-41B4-A243-B36296B6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187CB-862A-46BE-A68E-D4A82FE9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7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E107-3892-4E64-BDDA-CDF25A25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A345D-808F-4F5C-A693-EE1BD803D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B5494-E2C2-4E1A-A55C-B6F965B43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32549-0479-4245-9491-0EDF264A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DB5CF-F4F7-4439-AE72-E5E794AF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244DC-B202-469A-AC18-C6FBC47C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3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DE7F-8D96-4394-B3C4-E90625F4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5D2BA-AFFA-4D89-A128-DCEE73ADC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A3167-3ED5-4E1C-95CA-2C0DA3293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F1B83-D833-46FB-B8F9-FA04CBF2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36967-54F8-4897-9D64-D7332874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26CB3-4534-4D33-B3B6-4717B20F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2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591D-71AB-44B0-A8FF-8DA89DF4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9BF31-FDD0-4B03-9E4C-18FA15FB8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35DB6-B91A-42DA-8722-A16D02B6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04C1A-3BFB-4306-8451-0366BAB2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47995-D404-46E1-B86F-17C3C8B0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9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0D8ED-73E1-4FE3-BF6D-5D9C5BAF4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26129-7B22-402F-AFC8-1067547D0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7EC3-A12B-4D69-A61D-07E268ECD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ABADA-90D3-48E7-B44C-D632B1A8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B1A7B-8555-421A-99B8-5ADAA694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6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4AD56-CD23-40BA-A489-EAD1F37F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F5D0B-5BF7-4414-99DD-09FA3E5D6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946D8-FBAF-4329-8716-8812B9BA7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24074-C14C-4063-9727-25396F45EE8B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5A8AF-D0BF-43C3-8DA2-2C1303E88F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3433D-FDF1-4749-8452-EE98C7655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63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provides two primary ways of authorizing actions-: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Gates – Gates provide a simple, closure based approach to authorization.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Policies –  Policies, like controllers, group logic around a particular model or resource. Policies should be used when you wish to authorize an action for a particular model or resource.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04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Gates are simply closures that determine if a user is authorized to perform a given action.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Gates are most applicable to actions which are not related to any model or resource, such as viewing an administrator dashboard.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define() Method</a:t>
            </a:r>
          </a:p>
          <a:p>
            <a:pPr marL="0" indent="0"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allows()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denies() Method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forUser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any() Method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none() Method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authorize() Method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4710FA-7DE1-4B12-B5CF-46CB4DAAA679}"/>
              </a:ext>
            </a:extLst>
          </p:cNvPr>
          <p:cNvSpPr/>
          <p:nvPr/>
        </p:nvSpPr>
        <p:spPr>
          <a:xfrm>
            <a:off x="3492137" y="2726008"/>
            <a:ext cx="3518263" cy="3349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check() Method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can() Method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cannot() Method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inspect() Method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before() Method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after() Method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C3F81F-F9A3-4996-BE19-AC7169C076B0}"/>
              </a:ext>
            </a:extLst>
          </p:cNvPr>
          <p:cNvSpPr/>
          <p:nvPr/>
        </p:nvSpPr>
        <p:spPr>
          <a:xfrm>
            <a:off x="7010400" y="2828835"/>
            <a:ext cx="3213463" cy="168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@can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@cannot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canany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46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Gates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Gates are defined within the boot method of the App\Providers\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AuthServiceProvider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using the Gate facade.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Gates always receive a user instance as their first argument and may optionally receive additional arguments such as a relevant Eloquent model.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use Illuminate\Support\Facades\Gate;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public function boot() {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$this-&gt;</a:t>
            </a:r>
            <a:r>
              <a:rPr lang="en-US" sz="2400" dirty="0" err="1">
                <a:cs typeface="Times New Roman" panose="02020603050405020304" pitchFamily="18" charset="0"/>
              </a:rPr>
              <a:t>registerPolicies</a:t>
            </a:r>
            <a:r>
              <a:rPr lang="en-US" sz="2400" dirty="0"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 Gate::define('</a:t>
            </a:r>
            <a:r>
              <a:rPr lang="en-US" sz="2400" dirty="0" err="1">
                <a:cs typeface="Times New Roman" panose="02020603050405020304" pitchFamily="18" charset="0"/>
              </a:rPr>
              <a:t>isAdmin</a:t>
            </a:r>
            <a:r>
              <a:rPr lang="en-US" sz="2400" dirty="0">
                <a:cs typeface="Times New Roman" panose="02020603050405020304" pitchFamily="18" charset="0"/>
              </a:rPr>
              <a:t>', function($user){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        if($user-&gt;email === 'admin@gmail.com'){   return true;  } else { return false;  }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    });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38230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Gates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App\Gates\</a:t>
            </a:r>
            <a:r>
              <a:rPr lang="en-US" sz="2400" dirty="0" err="1">
                <a:cs typeface="Times New Roman" panose="02020603050405020304" pitchFamily="18" charset="0"/>
              </a:rPr>
              <a:t>AdminGate.php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&lt;?php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namespace App\Gates;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class </a:t>
            </a:r>
            <a:r>
              <a:rPr lang="en-US" sz="2400" dirty="0" err="1">
                <a:cs typeface="Times New Roman" panose="02020603050405020304" pitchFamily="18" charset="0"/>
              </a:rPr>
              <a:t>AdminGate</a:t>
            </a:r>
            <a:r>
              <a:rPr lang="en-US" sz="2400" dirty="0"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public function </a:t>
            </a:r>
            <a:r>
              <a:rPr lang="en-US" sz="2400" dirty="0" err="1">
                <a:cs typeface="Times New Roman" panose="02020603050405020304" pitchFamily="18" charset="0"/>
              </a:rPr>
              <a:t>check_admin</a:t>
            </a:r>
            <a:r>
              <a:rPr lang="en-US" sz="2400" dirty="0">
                <a:cs typeface="Times New Roman" panose="02020603050405020304" pitchFamily="18" charset="0"/>
              </a:rPr>
              <a:t>($user){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if($user-&gt;email === 'admin@gmail.com'){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  return true;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} else {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  return false;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} }}</a:t>
            </a:r>
          </a:p>
        </p:txBody>
      </p:sp>
    </p:spTree>
    <p:extLst>
      <p:ext uri="{BB962C8B-B14F-4D97-AF65-F5344CB8AC3E}">
        <p14:creationId xmlns:p14="http://schemas.microsoft.com/office/powerpoint/2010/main" val="1234228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Gates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use Illuminate\Support\Facades\Gate;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use App\Gates\</a:t>
            </a:r>
            <a:r>
              <a:rPr lang="en-US" sz="2400" dirty="0" err="1">
                <a:cs typeface="Times New Roman" panose="02020603050405020304" pitchFamily="18" charset="0"/>
              </a:rPr>
              <a:t>AdminGate</a:t>
            </a:r>
            <a:r>
              <a:rPr lang="en-US" sz="2400" dirty="0"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public function boot() {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$this-&gt;</a:t>
            </a:r>
            <a:r>
              <a:rPr lang="en-US" sz="2400" dirty="0" err="1">
                <a:cs typeface="Times New Roman" panose="02020603050405020304" pitchFamily="18" charset="0"/>
              </a:rPr>
              <a:t>registerPolicies</a:t>
            </a:r>
            <a:r>
              <a:rPr lang="en-US" sz="2400" dirty="0"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Gate::define('</a:t>
            </a:r>
            <a:r>
              <a:rPr lang="en-US" sz="2400" dirty="0" err="1">
                <a:cs typeface="Times New Roman" panose="02020603050405020304" pitchFamily="18" charset="0"/>
              </a:rPr>
              <a:t>isAdmin</a:t>
            </a:r>
            <a:r>
              <a:rPr lang="en-US" sz="2400" dirty="0">
                <a:cs typeface="Times New Roman" panose="02020603050405020304" pitchFamily="18" charset="0"/>
              </a:rPr>
              <a:t>', [</a:t>
            </a:r>
            <a:r>
              <a:rPr lang="en-US" sz="2400" dirty="0" err="1">
                <a:cs typeface="Times New Roman" panose="02020603050405020304" pitchFamily="18" charset="0"/>
              </a:rPr>
              <a:t>AdminGate</a:t>
            </a:r>
            <a:r>
              <a:rPr lang="en-US" sz="2400" dirty="0">
                <a:cs typeface="Times New Roman" panose="02020603050405020304" pitchFamily="18" charset="0"/>
              </a:rPr>
              <a:t>::class, '</a:t>
            </a:r>
            <a:r>
              <a:rPr lang="en-US" sz="2400" dirty="0" err="1">
                <a:cs typeface="Times New Roman" panose="02020603050405020304" pitchFamily="18" charset="0"/>
              </a:rPr>
              <a:t>check_admin</a:t>
            </a:r>
            <a:r>
              <a:rPr lang="en-US" sz="2400" dirty="0">
                <a:cs typeface="Times New Roman" panose="02020603050405020304" pitchFamily="18" charset="0"/>
              </a:rPr>
              <a:t>’]);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10170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Gates via Middleware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includes a middleware that can authorize actions before the incoming request even reaches your routes or controllers.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default, the Illuminate\Auth\Middleware\Authorize middleware is assigned the can key in your App\Http\Kernel class.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Route::get('/post', [</a:t>
            </a:r>
            <a:r>
              <a:rPr lang="en-US" sz="2400" dirty="0" err="1">
                <a:cs typeface="Times New Roman" panose="02020603050405020304" pitchFamily="18" charset="0"/>
              </a:rPr>
              <a:t>PostController</a:t>
            </a:r>
            <a:r>
              <a:rPr lang="en-US" sz="2400" dirty="0">
                <a:cs typeface="Times New Roman" panose="02020603050405020304" pitchFamily="18" charset="0"/>
              </a:rPr>
              <a:t>::class, 'index'])-&gt;middleware([‘auth’, '</a:t>
            </a:r>
            <a:r>
              <a:rPr lang="en-US" sz="2400" dirty="0" err="1">
                <a:cs typeface="Times New Roman" panose="02020603050405020304" pitchFamily="18" charset="0"/>
              </a:rPr>
              <a:t>can:isAdmin</a:t>
            </a:r>
            <a:r>
              <a:rPr lang="en-US" sz="2400" dirty="0">
                <a:cs typeface="Times New Roman" panose="02020603050405020304" pitchFamily="18" charset="0"/>
              </a:rPr>
              <a:t>']);</a:t>
            </a:r>
          </a:p>
        </p:txBody>
      </p:sp>
    </p:spTree>
    <p:extLst>
      <p:ext uri="{BB962C8B-B14F-4D97-AF65-F5344CB8AC3E}">
        <p14:creationId xmlns:p14="http://schemas.microsoft.com/office/powerpoint/2010/main" val="2160487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Gates via Blade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writing Blade templates, you may wish to display a portion of the page only if the user is authorized to perform a given action.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@can … @</a:t>
            </a:r>
            <a:r>
              <a:rPr lang="en-US" sz="2400" dirty="0" err="1">
                <a:cs typeface="Times New Roman" panose="02020603050405020304" pitchFamily="18" charset="0"/>
              </a:rPr>
              <a:t>endcan</a:t>
            </a:r>
            <a:r>
              <a:rPr lang="en-US" sz="2400" dirty="0">
                <a:cs typeface="Times New Roman" panose="02020603050405020304" pitchFamily="18" charset="0"/>
              </a:rPr>
              <a:t>, 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@cannot… @</a:t>
            </a:r>
            <a:r>
              <a:rPr lang="en-US" sz="2400" dirty="0" err="1">
                <a:cs typeface="Times New Roman" panose="02020603050405020304" pitchFamily="18" charset="0"/>
              </a:rPr>
              <a:t>endcannot</a:t>
            </a:r>
            <a:r>
              <a:rPr lang="en-US" sz="2400" dirty="0">
                <a:cs typeface="Times New Roman" panose="02020603050405020304" pitchFamily="18" charset="0"/>
              </a:rPr>
              <a:t>, 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@</a:t>
            </a:r>
            <a:r>
              <a:rPr lang="en-US" sz="2400" dirty="0" err="1">
                <a:cs typeface="Times New Roman" panose="02020603050405020304" pitchFamily="18" charset="0"/>
              </a:rPr>
              <a:t>canany</a:t>
            </a:r>
            <a:r>
              <a:rPr lang="en-US" sz="2400" dirty="0">
                <a:cs typeface="Times New Roman" panose="02020603050405020304" pitchFamily="18" charset="0"/>
              </a:rPr>
              <a:t>… @</a:t>
            </a:r>
            <a:r>
              <a:rPr lang="en-US" sz="2400" dirty="0" err="1">
                <a:cs typeface="Times New Roman" panose="02020603050405020304" pitchFamily="18" charset="0"/>
              </a:rPr>
              <a:t>endcanany</a:t>
            </a:r>
            <a:r>
              <a:rPr lang="en-US" sz="2400" dirty="0"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@can … @</a:t>
            </a:r>
            <a:r>
              <a:rPr lang="en-US" sz="2400" dirty="0" err="1">
                <a:cs typeface="Times New Roman" panose="02020603050405020304" pitchFamily="18" charset="0"/>
              </a:rPr>
              <a:t>elsecan</a:t>
            </a:r>
            <a:r>
              <a:rPr lang="en-US" sz="2400" dirty="0">
                <a:cs typeface="Times New Roman" panose="02020603050405020304" pitchFamily="18" charset="0"/>
              </a:rPr>
              <a:t>… @else… @</a:t>
            </a:r>
            <a:r>
              <a:rPr lang="en-US" sz="2400" dirty="0" err="1">
                <a:cs typeface="Times New Roman" panose="02020603050405020304" pitchFamily="18" charset="0"/>
              </a:rPr>
              <a:t>endcan</a:t>
            </a:r>
            <a:r>
              <a:rPr lang="en-US" sz="2400" dirty="0">
                <a:cs typeface="Times New Roman" panose="02020603050405020304" pitchFamily="18" charset="0"/>
              </a:rPr>
              <a:t>, 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@cannot… @</a:t>
            </a:r>
            <a:r>
              <a:rPr lang="en-US" sz="2400" dirty="0" err="1">
                <a:cs typeface="Times New Roman" panose="02020603050405020304" pitchFamily="18" charset="0"/>
              </a:rPr>
              <a:t>elsecannot</a:t>
            </a:r>
            <a:r>
              <a:rPr lang="en-US" sz="2400" dirty="0">
                <a:cs typeface="Times New Roman" panose="02020603050405020304" pitchFamily="18" charset="0"/>
              </a:rPr>
              <a:t> … @else… @</a:t>
            </a:r>
            <a:r>
              <a:rPr lang="en-US" sz="2400" dirty="0" err="1">
                <a:cs typeface="Times New Roman" panose="02020603050405020304" pitchFamily="18" charset="0"/>
              </a:rPr>
              <a:t>endcannot</a:t>
            </a:r>
            <a:r>
              <a:rPr lang="en-US" sz="2400" dirty="0">
                <a:cs typeface="Times New Roman" panose="02020603050405020304" pitchFamily="18" charset="0"/>
              </a:rPr>
              <a:t>, 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@</a:t>
            </a:r>
            <a:r>
              <a:rPr lang="en-US" sz="2400" dirty="0" err="1">
                <a:cs typeface="Times New Roman" panose="02020603050405020304" pitchFamily="18" charset="0"/>
              </a:rPr>
              <a:t>canany</a:t>
            </a:r>
            <a:r>
              <a:rPr lang="en-US" sz="2400" dirty="0">
                <a:cs typeface="Times New Roman" panose="02020603050405020304" pitchFamily="18" charset="0"/>
              </a:rPr>
              <a:t>… @</a:t>
            </a:r>
            <a:r>
              <a:rPr lang="en-US" sz="2400" dirty="0" err="1">
                <a:cs typeface="Times New Roman" panose="02020603050405020304" pitchFamily="18" charset="0"/>
              </a:rPr>
              <a:t>elsecanany</a:t>
            </a:r>
            <a:r>
              <a:rPr lang="en-US" sz="2400" dirty="0">
                <a:cs typeface="Times New Roman" panose="02020603050405020304" pitchFamily="18" charset="0"/>
              </a:rPr>
              <a:t>… @else…. @</a:t>
            </a:r>
            <a:r>
              <a:rPr lang="en-US" sz="2400" dirty="0" err="1">
                <a:cs typeface="Times New Roman" panose="02020603050405020304" pitchFamily="18" charset="0"/>
              </a:rPr>
              <a:t>endcanany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949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Gates via Blade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>
                <a:cs typeface="Times New Roman" panose="02020603050405020304" pitchFamily="18" charset="0"/>
              </a:rPr>
              <a:t>&lt;body&gt;</a:t>
            </a:r>
          </a:p>
          <a:p>
            <a:pPr marL="0" indent="0">
              <a:buNone/>
            </a:pPr>
            <a:r>
              <a:rPr lang="pt-BR" sz="2400" dirty="0">
                <a:cs typeface="Times New Roman" panose="02020603050405020304" pitchFamily="18" charset="0"/>
              </a:rPr>
              <a:t> &lt;h1&gt;Dashboard Page&lt;/h1&gt;</a:t>
            </a:r>
          </a:p>
          <a:p>
            <a:pPr marL="0" indent="0">
              <a:buNone/>
            </a:pPr>
            <a:r>
              <a:rPr lang="pt-BR" sz="2400" dirty="0">
                <a:cs typeface="Times New Roman" panose="02020603050405020304" pitchFamily="18" charset="0"/>
              </a:rPr>
              <a:t> &lt;a href="/show"&gt;Show&lt;/a&gt;</a:t>
            </a:r>
          </a:p>
          <a:p>
            <a:pPr marL="0" indent="0">
              <a:buNone/>
            </a:pPr>
            <a:r>
              <a:rPr lang="pt-BR" sz="2400" dirty="0">
                <a:cs typeface="Times New Roman" panose="02020603050405020304" pitchFamily="18" charset="0"/>
              </a:rPr>
              <a:t> @can('isAdmin')</a:t>
            </a:r>
          </a:p>
          <a:p>
            <a:pPr marL="0" indent="0">
              <a:buNone/>
            </a:pPr>
            <a:r>
              <a:rPr lang="pt-BR" sz="2400" dirty="0">
                <a:cs typeface="Times New Roman" panose="02020603050405020304" pitchFamily="18" charset="0"/>
              </a:rPr>
              <a:t> &lt;a href="/edit"&gt;Edit&lt;/a&gt;</a:t>
            </a:r>
          </a:p>
          <a:p>
            <a:pPr marL="0" indent="0">
              <a:buNone/>
            </a:pPr>
            <a:r>
              <a:rPr lang="pt-BR" sz="2400" dirty="0">
                <a:cs typeface="Times New Roman" panose="02020603050405020304" pitchFamily="18" charset="0"/>
              </a:rPr>
              <a:t> &lt;a href="/delete"&gt;Delete&lt;/a&gt;</a:t>
            </a:r>
          </a:p>
          <a:p>
            <a:pPr marL="0" indent="0">
              <a:buNone/>
            </a:pPr>
            <a:r>
              <a:rPr lang="pt-BR" sz="2400" dirty="0">
                <a:cs typeface="Times New Roman" panose="02020603050405020304" pitchFamily="18" charset="0"/>
              </a:rPr>
              <a:t> @endcan</a:t>
            </a:r>
          </a:p>
          <a:p>
            <a:pPr marL="0" indent="0">
              <a:buNone/>
            </a:pPr>
            <a:r>
              <a:rPr lang="pt-BR" sz="2400" dirty="0">
                <a:cs typeface="Times New Roman" panose="02020603050405020304" pitchFamily="18" charset="0"/>
              </a:rPr>
              <a:t>&lt;/body&gt;</a:t>
            </a:r>
            <a:endParaRPr lang="en-US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128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Authorizing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authorize an action using gates, you should use the allows or denies methods provided by the Gate facade.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the gate authorization methods within your application's controllers before performing an action that requires authorization.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use Illuminate\Support\Facades\Gate;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public function edit($id)    {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    $post = Post::find($id);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    if(Gate::denies('</a:t>
            </a:r>
            <a:r>
              <a:rPr lang="en-US" sz="2400" dirty="0" err="1">
                <a:cs typeface="Times New Roman" panose="02020603050405020304" pitchFamily="18" charset="0"/>
              </a:rPr>
              <a:t>isAdmin</a:t>
            </a:r>
            <a:r>
              <a:rPr lang="en-US" sz="2400" dirty="0">
                <a:cs typeface="Times New Roman" panose="02020603050405020304" pitchFamily="18" charset="0"/>
              </a:rPr>
              <a:t>', $post)){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        abort(403, 'You are not </a:t>
            </a:r>
            <a:r>
              <a:rPr lang="en-US" sz="2400" dirty="0" err="1">
                <a:cs typeface="Times New Roman" panose="02020603050405020304" pitchFamily="18" charset="0"/>
              </a:rPr>
              <a:t>Authroized</a:t>
            </a:r>
            <a:r>
              <a:rPr lang="en-US" sz="2400" dirty="0">
                <a:cs typeface="Times New Roman" panose="02020603050405020304" pitchFamily="18" charset="0"/>
              </a:rPr>
              <a:t>');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    }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    return view('</a:t>
            </a:r>
            <a:r>
              <a:rPr lang="en-US" sz="2400" dirty="0" err="1">
                <a:cs typeface="Times New Roman" panose="02020603050405020304" pitchFamily="18" charset="0"/>
              </a:rPr>
              <a:t>editpost</a:t>
            </a:r>
            <a:r>
              <a:rPr lang="en-US" sz="2400" dirty="0">
                <a:cs typeface="Times New Roman" panose="02020603050405020304" pitchFamily="18" charset="0"/>
              </a:rPr>
              <a:t>', ['post'=&gt;$post]);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96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Authorizing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would like to determine if a user other than the currently authenticated user is authorized to perform an action, you may use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forUser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on the Gate facade: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(Gate::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forUser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($user)-&gt;allows(‘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isAdmin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$post))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The user can update the post...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(Gate::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forUser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($user)-&gt;denies(‘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isAdmin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$post))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The user can't update the post...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56976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Authorizing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may authorize multiple actions at a time using the any or none methods: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(Gate::any([‘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isAdmin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'delete-post'], $post))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The user can update or delete the post...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(Gate::none([‘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isAdmin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'delete-post'], $post))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The user can't update or delete the post...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65201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 Responses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you may wish to return a more detailed response, including an error message. To do so, you may return an Illuminate\Auth\Access\Response from your gate.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App\Models\User;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Illuminate\Auth\Access\Response;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Illuminate\Support\Facades\Gate;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Gate::define('edit-settings', function (User $user)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$user-&gt;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isAdmin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? Response::allow()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: Response::deny('You must be an administrator.');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23026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Intercepting Gate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Sometimes, you may wish to grant all abilities to a specific user. You may use the before method to define a closure that is run before all other authorization checks: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Illuminate\Support\Facades\Gate;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Gate::before(function ($user, $ability)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($user-&gt;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isAdministrator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true;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before closure returns a non-null result that result will be considered the result of the authorization check.</a:t>
            </a:r>
          </a:p>
        </p:txBody>
      </p:sp>
    </p:spTree>
    <p:extLst>
      <p:ext uri="{BB962C8B-B14F-4D97-AF65-F5344CB8AC3E}">
        <p14:creationId xmlns:p14="http://schemas.microsoft.com/office/powerpoint/2010/main" val="2632474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Intercepting Gate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may use the after method to define a closure to be executed after all other authorization checks: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Gate::after(function ($user, $ability, $result, $arguments)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($user-&gt;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isAdministrator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true;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after closure returns a non-null result that result will be considered the result of the authorization check.</a:t>
            </a:r>
          </a:p>
        </p:txBody>
      </p:sp>
    </p:spTree>
    <p:extLst>
      <p:ext uri="{BB962C8B-B14F-4D97-AF65-F5344CB8AC3E}">
        <p14:creationId xmlns:p14="http://schemas.microsoft.com/office/powerpoint/2010/main" val="949558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</TotalTime>
  <Words>1089</Words>
  <Application>Microsoft Office PowerPoint</Application>
  <PresentationFormat>Widescreen</PresentationFormat>
  <Paragraphs>131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Authorization</vt:lpstr>
      <vt:lpstr>Gates</vt:lpstr>
      <vt:lpstr>Writing Gates</vt:lpstr>
      <vt:lpstr>Writing Gates</vt:lpstr>
      <vt:lpstr>Writing Gates</vt:lpstr>
      <vt:lpstr>Using Gates via Middleware</vt:lpstr>
      <vt:lpstr>Using Gates via Blade</vt:lpstr>
      <vt:lpstr>Using Gates via Blade</vt:lpstr>
      <vt:lpstr>Authorizing Actions</vt:lpstr>
      <vt:lpstr>Authorizing Actions</vt:lpstr>
      <vt:lpstr>Authorizing Actions</vt:lpstr>
      <vt:lpstr>Gate Responses</vt:lpstr>
      <vt:lpstr>Intercepting Gate Checks</vt:lpstr>
      <vt:lpstr>Intercepting Gate Checks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Install Laravel</dc:title>
  <dc:creator>RK</dc:creator>
  <cp:lastModifiedBy>RK</cp:lastModifiedBy>
  <cp:revision>116</cp:revision>
  <dcterms:created xsi:type="dcterms:W3CDTF">2020-01-16T07:28:28Z</dcterms:created>
  <dcterms:modified xsi:type="dcterms:W3CDTF">2021-04-26T10:46:51Z</dcterms:modified>
</cp:coreProperties>
</file>